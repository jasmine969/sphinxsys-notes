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1A1D5-0419-49E3-B647-26AA6663F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0CF65F-94F7-F090-256B-16A966666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2AC22-C6F4-DAA8-A078-333E511E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9E351-0A34-A358-8026-DA772FCA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E02F0B-83C2-60E6-023C-39BA4CA5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9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C20B5-4177-E0E3-AC80-1E89F976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086D2-FB1C-D0BA-C919-11AD8BBFD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EEE59-09F0-92A3-9BD4-4016A5AD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A944DE-BAF2-C2D0-5376-91C1D83B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42CD7-3F0B-F588-4B16-B6FDA8AB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3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665EB-B36D-5A57-AE72-7DB78CE7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C28C7-0F2E-9087-96DB-F5228F6AC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A30B7-0C61-AC3A-79A7-92239C8A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C99F7-86D6-A605-DB75-E2974E4C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B08E1-146B-AD75-7885-FCC5C17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AE14F-B3ED-BC06-2C5E-377734F8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9DE530-E8BE-51D8-5398-B06932966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EAC9E1-7BF5-011E-1BC9-DD8398F9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ABAD4-7321-17EF-2AE6-D3A59E8E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43B46B-242A-A7BD-C093-59A7B8ED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70C4AC-C591-7107-F302-20EF56DF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0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AA6EC-1202-231A-4D04-FE39F4E4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1937A8-AE09-78B7-544B-73D268CBB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8EC63E-F47F-8783-63A9-D56EFF54A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F1D775-01A5-288F-7932-D4029D230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AAF081-2549-7A80-824D-39A304BBA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EE88BF-5CE4-E7A2-049D-30AA264B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0359EF-A497-FA7B-2989-96C92801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01581A-A00E-E594-73CC-3702A39C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2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71EBF-B3F3-1754-A0F6-667555F7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0239F6-24F8-902E-BC4E-20624D40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2F427F-9683-DF4C-A25A-8E56A7D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899DC-F709-5E0F-5CAF-F2BDFBE9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D6DEA0-A7C7-0CBD-3246-57C1975D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E1BB29-0774-B428-E94E-A4ECE52A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BD8B19-F3B4-77B1-0140-3FEB9422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6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56481-11D0-63FF-0941-58F9B1FA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265ED9-A57B-88C4-847B-20DF339F4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839BFA-EFF1-F858-3254-82F00C7E8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D468F-8A39-7668-254E-1D606BBC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C00CCC-D820-486C-588F-46B0BF5F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C31C8C-22B5-017D-6C94-C3837B3A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DC254-1B7E-FF70-49AC-9108FB79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DB995B-56E9-30D2-8299-57D045B0C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1A2D47-F7E0-CFE4-6462-D6A9CBE0D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0EDC8-F151-0BAA-595C-30C349AD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7300B8-C2BA-325E-D31B-742A093A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FAE2DE-4C23-786A-6D7C-F8C218A1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7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752AD-F5E5-11E1-A548-BD5E6CFF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62E5D9-67D7-4F2F-12D0-E4B1E866F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AA385-0C36-94B6-AFC4-4EA173B3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D7BBFE-CC34-2073-1D7E-6B194AE8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B98129-EAA9-3687-56EB-2FB853DA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06D03F-471F-D7E2-E4E0-F2F19FC81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F6F27D-2FA1-796D-4AB5-074E43C95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6EC42-E4C6-A2B4-399B-28899C4E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CDBF2-229D-5B71-E45C-AA8CD159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41D366-C1A2-8F17-1126-C3BF1D08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7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DA085E-E83D-C9E9-6505-5483968F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275D7A-40A7-0120-6545-B3E3BB861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2C2CA1-C299-F85C-CFD8-2AFDC1E2D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C99C1-FF34-4EE2-AFAB-AF774F0F0F7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B9EB7-DCD8-1CCC-8A08-986236D1C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BBE603-623E-CB95-7DDA-94040F720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8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41105738-0270-9FA6-B7C6-DA8132AFA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466" y="1112163"/>
            <a:ext cx="4549534" cy="3817951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B5996CB0-B044-5ECC-B17A-DE9014131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24" y="1123593"/>
            <a:ext cx="3551228" cy="37950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085867C-3BD3-93D8-46C8-9B2285D5C789}"/>
              </a:ext>
            </a:extLst>
          </p:cNvPr>
          <p:cNvSpPr txBox="1"/>
          <p:nvPr/>
        </p:nvSpPr>
        <p:spPr>
          <a:xfrm>
            <a:off x="3344297" y="4930114"/>
            <a:ext cx="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en-US" altLang="zh-CN" dirty="0"/>
              <a:t>layers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D9C75F-C8E1-60E7-7665-DFA4DEEA0223}"/>
              </a:ext>
            </a:extLst>
          </p:cNvPr>
          <p:cNvSpPr txBox="1"/>
          <p:nvPr/>
        </p:nvSpPr>
        <p:spPr>
          <a:xfrm>
            <a:off x="7522688" y="4918682"/>
            <a:ext cx="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</a:t>
            </a:r>
            <a:r>
              <a:rPr lang="en-US" altLang="zh-CN" dirty="0"/>
              <a:t>layers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4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右 5">
            <a:extLst>
              <a:ext uri="{FF2B5EF4-FFF2-40B4-BE49-F238E27FC236}">
                <a16:creationId xmlns:a16="http://schemas.microsoft.com/office/drawing/2014/main" id="{D65650E3-2610-1F86-72D8-3E67C3844501}"/>
              </a:ext>
            </a:extLst>
          </p:cNvPr>
          <p:cNvSpPr/>
          <p:nvPr/>
        </p:nvSpPr>
        <p:spPr>
          <a:xfrm>
            <a:off x="80038" y="4025991"/>
            <a:ext cx="6025830" cy="526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BF05BD1-0DA7-BDC3-1CDA-A4514C7BF631}"/>
              </a:ext>
            </a:extLst>
          </p:cNvPr>
          <p:cNvSpPr/>
          <p:nvPr/>
        </p:nvSpPr>
        <p:spPr>
          <a:xfrm>
            <a:off x="6166170" y="4025990"/>
            <a:ext cx="6025830" cy="526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19FE1F-D73F-25EC-EB9D-010E033A6AE6}"/>
              </a:ext>
            </a:extLst>
          </p:cNvPr>
          <p:cNvSpPr txBox="1"/>
          <p:nvPr/>
        </p:nvSpPr>
        <p:spPr>
          <a:xfrm>
            <a:off x="2461425" y="4104460"/>
            <a:ext cx="103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900913-9E7F-D43A-7C1A-F654B0F8529D}"/>
              </a:ext>
            </a:extLst>
          </p:cNvPr>
          <p:cNvSpPr txBox="1"/>
          <p:nvPr/>
        </p:nvSpPr>
        <p:spPr>
          <a:xfrm>
            <a:off x="8592510" y="4104460"/>
            <a:ext cx="101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Output2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6F9D4337-53D3-59D9-B795-9071378CE368}"/>
              </a:ext>
            </a:extLst>
          </p:cNvPr>
          <p:cNvSpPr/>
          <p:nvPr/>
        </p:nvSpPr>
        <p:spPr>
          <a:xfrm rot="5400000">
            <a:off x="2976185" y="896304"/>
            <a:ext cx="243405" cy="6015963"/>
          </a:xfrm>
          <a:prstGeom prst="leftBrace">
            <a:avLst>
              <a:gd name="adj1" fmla="val 48873"/>
              <a:gd name="adj2" fmla="val 501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4C30AA-20BF-E510-C1AB-0D50D3D87514}"/>
              </a:ext>
            </a:extLst>
          </p:cNvPr>
          <p:cNvSpPr txBox="1"/>
          <p:nvPr/>
        </p:nvSpPr>
        <p:spPr>
          <a:xfrm>
            <a:off x="2049178" y="3354214"/>
            <a:ext cx="209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output_interval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BA83C91-A2B5-3252-1DB1-B41F46E62B7F}"/>
              </a:ext>
            </a:extLst>
          </p:cNvPr>
          <p:cNvCxnSpPr>
            <a:cxnSpLocks/>
          </p:cNvCxnSpPr>
          <p:nvPr/>
        </p:nvCxnSpPr>
        <p:spPr>
          <a:xfrm>
            <a:off x="80038" y="4727887"/>
            <a:ext cx="3038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0BE15B0-DD14-58EE-BDA6-673DED2E9F82}"/>
              </a:ext>
            </a:extLst>
          </p:cNvPr>
          <p:cNvCxnSpPr>
            <a:cxnSpLocks/>
          </p:cNvCxnSpPr>
          <p:nvPr/>
        </p:nvCxnSpPr>
        <p:spPr>
          <a:xfrm>
            <a:off x="3128038" y="4727887"/>
            <a:ext cx="2977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03FB45-9184-6C1A-F38A-C7248C9F3F5C}"/>
                  </a:ext>
                </a:extLst>
              </p:cNvPr>
              <p:cNvSpPr txBox="1"/>
              <p:nvPr/>
            </p:nvSpPr>
            <p:spPr>
              <a:xfrm>
                <a:off x="1280600" y="47165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03FB45-9184-6C1A-F38A-C7248C9F3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00" y="4716548"/>
                <a:ext cx="637008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36B7FD2-7387-360A-B0EA-55ED01075C83}"/>
                  </a:ext>
                </a:extLst>
              </p:cNvPr>
              <p:cNvSpPr txBox="1"/>
              <p:nvPr/>
            </p:nvSpPr>
            <p:spPr>
              <a:xfrm>
                <a:off x="4136729" y="4684599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36B7FD2-7387-360A-B0EA-55ED0107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729" y="4684599"/>
                <a:ext cx="6370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11F5CA7-0330-3E1E-F09A-81FD647E7880}"/>
              </a:ext>
            </a:extLst>
          </p:cNvPr>
          <p:cNvCxnSpPr>
            <a:cxnSpLocks/>
          </p:cNvCxnSpPr>
          <p:nvPr/>
        </p:nvCxnSpPr>
        <p:spPr>
          <a:xfrm>
            <a:off x="89906" y="5257448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19968A-0193-1404-4F55-F238BBD0FAD6}"/>
              </a:ext>
            </a:extLst>
          </p:cNvPr>
          <p:cNvCxnSpPr>
            <a:cxnSpLocks/>
          </p:cNvCxnSpPr>
          <p:nvPr/>
        </p:nvCxnSpPr>
        <p:spPr>
          <a:xfrm>
            <a:off x="1610134" y="5257448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44E4F9A-031C-C6FC-22AC-905FDAFAEFA4}"/>
              </a:ext>
            </a:extLst>
          </p:cNvPr>
          <p:cNvCxnSpPr>
            <a:cxnSpLocks/>
          </p:cNvCxnSpPr>
          <p:nvPr/>
        </p:nvCxnSpPr>
        <p:spPr>
          <a:xfrm>
            <a:off x="3128038" y="5257448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EB19ACA-38C3-01A0-F0B5-22055C250AAC}"/>
              </a:ext>
            </a:extLst>
          </p:cNvPr>
          <p:cNvCxnSpPr>
            <a:cxnSpLocks/>
          </p:cNvCxnSpPr>
          <p:nvPr/>
        </p:nvCxnSpPr>
        <p:spPr>
          <a:xfrm>
            <a:off x="4648266" y="5257448"/>
            <a:ext cx="145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F085E00-C10B-9CAB-A848-C040F55E7CDA}"/>
                  </a:ext>
                </a:extLst>
              </p:cNvPr>
              <p:cNvSpPr txBox="1"/>
              <p:nvPr/>
            </p:nvSpPr>
            <p:spPr>
              <a:xfrm>
                <a:off x="530354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F085E00-C10B-9CAB-A848-C040F55E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4" y="5250164"/>
                <a:ext cx="6370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B91C95C-9382-AC31-F44B-9DE72D00BEE3}"/>
                  </a:ext>
                </a:extLst>
              </p:cNvPr>
              <p:cNvSpPr txBox="1"/>
              <p:nvPr/>
            </p:nvSpPr>
            <p:spPr>
              <a:xfrm>
                <a:off x="1991859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B91C95C-9382-AC31-F44B-9DE72D00B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859" y="5250164"/>
                <a:ext cx="6370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93D4E94-DF9F-52A8-8A55-34692D40AE19}"/>
                  </a:ext>
                </a:extLst>
              </p:cNvPr>
              <p:cNvSpPr txBox="1"/>
              <p:nvPr/>
            </p:nvSpPr>
            <p:spPr>
              <a:xfrm>
                <a:off x="3568486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93D4E94-DF9F-52A8-8A55-34692D40A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486" y="5250164"/>
                <a:ext cx="6370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23B7AF9-9AB6-81A3-9A4D-D4F45627B3AD}"/>
                  </a:ext>
                </a:extLst>
              </p:cNvPr>
              <p:cNvSpPr txBox="1"/>
              <p:nvPr/>
            </p:nvSpPr>
            <p:spPr>
              <a:xfrm>
                <a:off x="4957629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23B7AF9-9AB6-81A3-9A4D-D4F45627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629" y="5250164"/>
                <a:ext cx="63700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1A4C65D-DE23-6B57-B3AB-9907A70AEA3C}"/>
              </a:ext>
            </a:extLst>
          </p:cNvPr>
          <p:cNvCxnSpPr>
            <a:cxnSpLocks/>
          </p:cNvCxnSpPr>
          <p:nvPr/>
        </p:nvCxnSpPr>
        <p:spPr>
          <a:xfrm>
            <a:off x="6137181" y="4735171"/>
            <a:ext cx="3038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EF309A1-9E7F-5DE9-6C2F-CF94AC3639FA}"/>
              </a:ext>
            </a:extLst>
          </p:cNvPr>
          <p:cNvCxnSpPr>
            <a:cxnSpLocks/>
          </p:cNvCxnSpPr>
          <p:nvPr/>
        </p:nvCxnSpPr>
        <p:spPr>
          <a:xfrm>
            <a:off x="9185181" y="4735171"/>
            <a:ext cx="2977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D71D4EB-0428-D3B7-DEB3-87E66528253E}"/>
                  </a:ext>
                </a:extLst>
              </p:cNvPr>
              <p:cNvSpPr txBox="1"/>
              <p:nvPr/>
            </p:nvSpPr>
            <p:spPr>
              <a:xfrm>
                <a:off x="7337743" y="4723832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D71D4EB-0428-D3B7-DEB3-87E66528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743" y="4723832"/>
                <a:ext cx="63700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4D16889-370C-54A6-E08D-2C53D306FCEE}"/>
                  </a:ext>
                </a:extLst>
              </p:cNvPr>
              <p:cNvSpPr txBox="1"/>
              <p:nvPr/>
            </p:nvSpPr>
            <p:spPr>
              <a:xfrm>
                <a:off x="10193872" y="4691883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4D16889-370C-54A6-E08D-2C53D306F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872" y="4691883"/>
                <a:ext cx="637008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C7C20EB-96D4-8859-AAB2-C5B41DA7287A}"/>
              </a:ext>
            </a:extLst>
          </p:cNvPr>
          <p:cNvCxnSpPr>
            <a:cxnSpLocks/>
          </p:cNvCxnSpPr>
          <p:nvPr/>
        </p:nvCxnSpPr>
        <p:spPr>
          <a:xfrm>
            <a:off x="6147049" y="5264732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43A5F5F-C5AC-F072-613A-3F2BE3D12C22}"/>
              </a:ext>
            </a:extLst>
          </p:cNvPr>
          <p:cNvCxnSpPr>
            <a:cxnSpLocks/>
          </p:cNvCxnSpPr>
          <p:nvPr/>
        </p:nvCxnSpPr>
        <p:spPr>
          <a:xfrm>
            <a:off x="7667277" y="5264732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155BCF8-456C-CA01-5F87-7D8A3192CA87}"/>
              </a:ext>
            </a:extLst>
          </p:cNvPr>
          <p:cNvCxnSpPr>
            <a:cxnSpLocks/>
          </p:cNvCxnSpPr>
          <p:nvPr/>
        </p:nvCxnSpPr>
        <p:spPr>
          <a:xfrm>
            <a:off x="9185181" y="5264732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9F8C705-B35D-3F5B-CE6D-B44541F56046}"/>
              </a:ext>
            </a:extLst>
          </p:cNvPr>
          <p:cNvCxnSpPr>
            <a:cxnSpLocks/>
          </p:cNvCxnSpPr>
          <p:nvPr/>
        </p:nvCxnSpPr>
        <p:spPr>
          <a:xfrm>
            <a:off x="10705409" y="5264732"/>
            <a:ext cx="145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D5A5E6-DE4B-7645-EE3D-50FE40D8661D}"/>
                  </a:ext>
                </a:extLst>
              </p:cNvPr>
              <p:cNvSpPr txBox="1"/>
              <p:nvPr/>
            </p:nvSpPr>
            <p:spPr>
              <a:xfrm>
                <a:off x="6587497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D5A5E6-DE4B-7645-EE3D-50FE40D86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497" y="5257448"/>
                <a:ext cx="6370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3CEE134-AAE8-C7FD-7CD0-6A9808637405}"/>
                  </a:ext>
                </a:extLst>
              </p:cNvPr>
              <p:cNvSpPr txBox="1"/>
              <p:nvPr/>
            </p:nvSpPr>
            <p:spPr>
              <a:xfrm>
                <a:off x="8049002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3CEE134-AAE8-C7FD-7CD0-6A980863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002" y="5257448"/>
                <a:ext cx="63700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338CB94-FBD6-5DDD-8131-83DE665C6474}"/>
                  </a:ext>
                </a:extLst>
              </p:cNvPr>
              <p:cNvSpPr txBox="1"/>
              <p:nvPr/>
            </p:nvSpPr>
            <p:spPr>
              <a:xfrm>
                <a:off x="9625629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338CB94-FBD6-5DDD-8131-83DE665C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629" y="5257448"/>
                <a:ext cx="63700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53971F6-774C-8FE8-F050-E9F54F0BE3BE}"/>
                  </a:ext>
                </a:extLst>
              </p:cNvPr>
              <p:cNvSpPr txBox="1"/>
              <p:nvPr/>
            </p:nvSpPr>
            <p:spPr>
              <a:xfrm>
                <a:off x="11014772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53971F6-774C-8FE8-F050-E9F54F0BE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4772" y="5257448"/>
                <a:ext cx="63700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左大括号 45">
            <a:extLst>
              <a:ext uri="{FF2B5EF4-FFF2-40B4-BE49-F238E27FC236}">
                <a16:creationId xmlns:a16="http://schemas.microsoft.com/office/drawing/2014/main" id="{AF77E322-BB34-38EC-5733-555AC97957CF}"/>
              </a:ext>
            </a:extLst>
          </p:cNvPr>
          <p:cNvSpPr/>
          <p:nvPr/>
        </p:nvSpPr>
        <p:spPr>
          <a:xfrm rot="5400000">
            <a:off x="9062316" y="892138"/>
            <a:ext cx="243405" cy="6015963"/>
          </a:xfrm>
          <a:prstGeom prst="leftBrace">
            <a:avLst>
              <a:gd name="adj1" fmla="val 48873"/>
              <a:gd name="adj2" fmla="val 501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22FAD0F-4421-9231-947A-C5877AD414D7}"/>
              </a:ext>
            </a:extLst>
          </p:cNvPr>
          <p:cNvSpPr txBox="1"/>
          <p:nvPr/>
        </p:nvSpPr>
        <p:spPr>
          <a:xfrm>
            <a:off x="8135309" y="3350048"/>
            <a:ext cx="209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output_interval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084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</Words>
  <Application>Microsoft Office PowerPoint</Application>
  <PresentationFormat>宽屏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Consolas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Feng</dc:creator>
  <cp:lastModifiedBy>Jasmine Feng</cp:lastModifiedBy>
  <cp:revision>4</cp:revision>
  <dcterms:created xsi:type="dcterms:W3CDTF">2025-12-13T05:43:15Z</dcterms:created>
  <dcterms:modified xsi:type="dcterms:W3CDTF">2025-12-14T07:44:49Z</dcterms:modified>
</cp:coreProperties>
</file>