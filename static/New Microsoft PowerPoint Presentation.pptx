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1A1D5-0419-49E3-B647-26AA6663F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80CF65F-94F7-F090-256B-16A966666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72AC22-C6F4-DAA8-A078-333E511E1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E9E351-0A34-A358-8026-DA772FCA7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E02F0B-83C2-60E6-023C-39BA4CA5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293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DC20B5-4177-E0E3-AC80-1E89F976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4086D2-FB1C-D0BA-C919-11AD8BBFD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7EEE59-09F0-92A3-9BD4-4016A5AD0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A944DE-BAF2-C2D0-5376-91C1D83BA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242CD7-3F0B-F588-4B16-B6FDA8AB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31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9665EB-B36D-5A57-AE72-7DB78CE7C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02C28C7-0F2E-9087-96DB-F5228F6AC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A30B7-0C61-AC3A-79A7-92239C8A9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AC99F7-86D6-A605-DB75-E2974E4CE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6B08E1-146B-AD75-7885-FCC5C17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443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8AE14F-B3ED-BC06-2C5E-377734F81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9DE530-E8BE-51D8-5398-B06932966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EAC9E1-7BF5-011E-1BC9-DD8398F9C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4ABAD4-7321-17EF-2AE6-D3A59E8ED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43B46B-242A-A7BD-C093-59A7B8ED5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70C4AC-C591-7107-F302-20EF56DF3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00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9AA6EC-1202-231A-4D04-FE39F4E46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1937A8-AE09-78B7-544B-73D268CBB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EC63E-F47F-8783-63A9-D56EFF54A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CF1D775-01A5-288F-7932-D4029D230D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2AAF081-2549-7A80-824D-39A304BBA5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4EE88BF-5CE4-E7A2-049D-30AA264BA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70359EF-A497-FA7B-2989-96C928018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E01581A-A00E-E594-73CC-3702A39C5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2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71EBF-B3F3-1754-A0F6-667555F79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A0239F6-24F8-902E-BC4E-20624D40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C2F427F-9683-DF4C-A25A-8E56A7DE7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D899DC-F709-5E0F-5CAF-F2BDFBE98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2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D6DEA0-A7C7-0CBD-3246-57C1975DF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E1BB29-0774-B428-E94E-A4ECE52A7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BBD8B19-F3B4-77B1-0140-3FEB94225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63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D56481-11D0-63FF-0941-58F9B1FA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265ED9-A57B-88C4-847B-20DF339F4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5839BFA-EFF1-F858-3254-82F00C7E8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7D468F-8A39-7668-254E-1D606BBCF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C00CCC-D820-486C-588F-46B0BF5FE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C31C8C-22B5-017D-6C94-C3837B3A5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3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DC254-1B7E-FF70-49AC-9108FB79B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DB995B-56E9-30D2-8299-57D045B0C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1A2D47-F7E0-CFE4-6462-D6A9CBE0D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910EDC8-F151-0BAA-595C-30C349ADC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7300B8-C2BA-325E-D31B-742A093A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1FAE2DE-4C23-786A-6D7C-F8C218A1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47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5752AD-F5E5-11E1-A548-BD5E6CFF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162E5D9-67D7-4F2F-12D0-E4B1E866F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9AA385-0C36-94B6-AFC4-4EA173B38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D7BBFE-CC34-2073-1D7E-6B194AE8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B98129-EAA9-3687-56EB-2FB853DAB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2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206D03F-471F-D7E2-E4E0-F2F19FC819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F6F27D-2FA1-796D-4AB5-074E43C95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B6EC42-E4C6-A2B4-399B-28899C4E4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3CDBF2-229D-5B71-E45C-AA8CD159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41D366-C1A2-8F17-1126-C3BF1D089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971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ADA085E-E83D-C9E9-6505-5483968F9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275D7A-40A7-0120-6545-B3E3BB861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2C2CA1-C299-F85C-CFD8-2AFDC1E2D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8C99C1-FF34-4EE2-AFAB-AF774F0F0F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1B9EB7-DCD8-1CCC-8A08-986236D1C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BBE603-623E-CB95-7DDA-94040F720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0A491-2F0F-4490-9335-EC642CDD7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289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image" Target="../media/image27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48.png"/><Relationship Id="rId3" Type="http://schemas.openxmlformats.org/officeDocument/2006/relationships/image" Target="../media/image28.png"/><Relationship Id="rId7" Type="http://schemas.openxmlformats.org/officeDocument/2006/relationships/image" Target="../media/image33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image" Target="../media/image27.png"/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46.png"/><Relationship Id="rId5" Type="http://schemas.openxmlformats.org/officeDocument/2006/relationships/image" Target="../media/image3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2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41105738-0270-9FA6-B7C6-DA8132AFA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466" y="1112163"/>
            <a:ext cx="4549534" cy="3817951"/>
          </a:xfrm>
          <a:prstGeom prst="rect">
            <a:avLst/>
          </a:prstGeom>
        </p:spPr>
      </p:pic>
      <p:pic>
        <p:nvPicPr>
          <p:cNvPr id="7" name="图片 6" descr="图示&#10;&#10;AI 生成的内容可能不正确。">
            <a:extLst>
              <a:ext uri="{FF2B5EF4-FFF2-40B4-BE49-F238E27FC236}">
                <a16:creationId xmlns:a16="http://schemas.microsoft.com/office/drawing/2014/main" id="{B5996CB0-B044-5ECC-B17A-DE901413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824" y="1123593"/>
            <a:ext cx="3551228" cy="3795089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085867C-3BD3-93D8-46C8-9B2285D5C789}"/>
              </a:ext>
            </a:extLst>
          </p:cNvPr>
          <p:cNvSpPr txBox="1"/>
          <p:nvPr/>
        </p:nvSpPr>
        <p:spPr>
          <a:xfrm>
            <a:off x="3344297" y="4930114"/>
            <a:ext cx="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en-US" altLang="zh-CN" dirty="0"/>
              <a:t>layers</a:t>
            </a:r>
            <a:endParaRPr 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D9C75F-C8E1-60E7-7665-DFA4DEEA0223}"/>
              </a:ext>
            </a:extLst>
          </p:cNvPr>
          <p:cNvSpPr txBox="1"/>
          <p:nvPr/>
        </p:nvSpPr>
        <p:spPr>
          <a:xfrm>
            <a:off x="7522688" y="4918682"/>
            <a:ext cx="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</a:t>
            </a:r>
            <a:r>
              <a:rPr lang="en-US" altLang="zh-CN" dirty="0"/>
              <a:t>layers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241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箭头: 右 5">
            <a:extLst>
              <a:ext uri="{FF2B5EF4-FFF2-40B4-BE49-F238E27FC236}">
                <a16:creationId xmlns:a16="http://schemas.microsoft.com/office/drawing/2014/main" id="{D65650E3-2610-1F86-72D8-3E67C3844501}"/>
              </a:ext>
            </a:extLst>
          </p:cNvPr>
          <p:cNvSpPr/>
          <p:nvPr/>
        </p:nvSpPr>
        <p:spPr>
          <a:xfrm>
            <a:off x="80038" y="4025991"/>
            <a:ext cx="6025830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ABF05BD1-0DA7-BDC3-1CDA-A4514C7BF631}"/>
              </a:ext>
            </a:extLst>
          </p:cNvPr>
          <p:cNvSpPr/>
          <p:nvPr/>
        </p:nvSpPr>
        <p:spPr>
          <a:xfrm>
            <a:off x="6166170" y="4025990"/>
            <a:ext cx="6025830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19FE1F-D73F-25EC-EB9D-010E033A6AE6}"/>
              </a:ext>
            </a:extLst>
          </p:cNvPr>
          <p:cNvSpPr txBox="1"/>
          <p:nvPr/>
        </p:nvSpPr>
        <p:spPr>
          <a:xfrm>
            <a:off x="2461425" y="4104460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900913-9E7F-D43A-7C1A-F654B0F8529D}"/>
              </a:ext>
            </a:extLst>
          </p:cNvPr>
          <p:cNvSpPr txBox="1"/>
          <p:nvPr/>
        </p:nvSpPr>
        <p:spPr>
          <a:xfrm>
            <a:off x="8592510" y="4104460"/>
            <a:ext cx="1018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Output2</a:t>
            </a:r>
          </a:p>
        </p:txBody>
      </p:sp>
      <p:sp>
        <p:nvSpPr>
          <p:cNvPr id="10" name="左大括号 9">
            <a:extLst>
              <a:ext uri="{FF2B5EF4-FFF2-40B4-BE49-F238E27FC236}">
                <a16:creationId xmlns:a16="http://schemas.microsoft.com/office/drawing/2014/main" id="{6F9D4337-53D3-59D9-B795-9071378CE368}"/>
              </a:ext>
            </a:extLst>
          </p:cNvPr>
          <p:cNvSpPr/>
          <p:nvPr/>
        </p:nvSpPr>
        <p:spPr>
          <a:xfrm rot="5400000">
            <a:off x="2976185" y="896304"/>
            <a:ext cx="243405" cy="6015963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4C30AA-20BF-E510-C1AB-0D50D3D87514}"/>
              </a:ext>
            </a:extLst>
          </p:cNvPr>
          <p:cNvSpPr txBox="1"/>
          <p:nvPr/>
        </p:nvSpPr>
        <p:spPr>
          <a:xfrm>
            <a:off x="2049178" y="3354214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EBA83C91-A2B5-3252-1DB1-B41F46E62B7F}"/>
              </a:ext>
            </a:extLst>
          </p:cNvPr>
          <p:cNvCxnSpPr>
            <a:cxnSpLocks/>
          </p:cNvCxnSpPr>
          <p:nvPr/>
        </p:nvCxnSpPr>
        <p:spPr>
          <a:xfrm>
            <a:off x="80038" y="4727887"/>
            <a:ext cx="30381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0BE15B0-DD14-58EE-BDA6-673DED2E9F82}"/>
              </a:ext>
            </a:extLst>
          </p:cNvPr>
          <p:cNvCxnSpPr>
            <a:cxnSpLocks/>
          </p:cNvCxnSpPr>
          <p:nvPr/>
        </p:nvCxnSpPr>
        <p:spPr>
          <a:xfrm>
            <a:off x="3128038" y="4727887"/>
            <a:ext cx="2977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03FB45-9184-6C1A-F38A-C7248C9F3F5C}"/>
                  </a:ext>
                </a:extLst>
              </p:cNvPr>
              <p:cNvSpPr txBox="1"/>
              <p:nvPr/>
            </p:nvSpPr>
            <p:spPr>
              <a:xfrm>
                <a:off x="1280600" y="47165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C03FB45-9184-6C1A-F38A-C7248C9F3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600" y="4716548"/>
                <a:ext cx="637008" cy="369332"/>
              </a:xfrm>
              <a:prstGeom prst="rect">
                <a:avLst/>
              </a:prstGeom>
              <a:blipFill>
                <a:blip r:embed="rId2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36B7FD2-7387-360A-B0EA-55ED01075C83}"/>
                  </a:ext>
                </a:extLst>
              </p:cNvPr>
              <p:cNvSpPr txBox="1"/>
              <p:nvPr/>
            </p:nvSpPr>
            <p:spPr>
              <a:xfrm>
                <a:off x="4136729" y="4684599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36B7FD2-7387-360A-B0EA-55ED01075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729" y="4684599"/>
                <a:ext cx="63700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11F5CA7-0330-3E1E-F09A-81FD647E7880}"/>
              </a:ext>
            </a:extLst>
          </p:cNvPr>
          <p:cNvCxnSpPr>
            <a:cxnSpLocks/>
          </p:cNvCxnSpPr>
          <p:nvPr/>
        </p:nvCxnSpPr>
        <p:spPr>
          <a:xfrm>
            <a:off x="89906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519968A-0193-1404-4F55-F238BBD0FAD6}"/>
              </a:ext>
            </a:extLst>
          </p:cNvPr>
          <p:cNvCxnSpPr>
            <a:cxnSpLocks/>
          </p:cNvCxnSpPr>
          <p:nvPr/>
        </p:nvCxnSpPr>
        <p:spPr>
          <a:xfrm>
            <a:off x="1610134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444E4F9A-031C-C6FC-22AC-905FDAFAEFA4}"/>
              </a:ext>
            </a:extLst>
          </p:cNvPr>
          <p:cNvCxnSpPr>
            <a:cxnSpLocks/>
          </p:cNvCxnSpPr>
          <p:nvPr/>
        </p:nvCxnSpPr>
        <p:spPr>
          <a:xfrm>
            <a:off x="3128038" y="5257448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8EB19ACA-38C3-01A0-F0B5-22055C250AAC}"/>
              </a:ext>
            </a:extLst>
          </p:cNvPr>
          <p:cNvCxnSpPr>
            <a:cxnSpLocks/>
          </p:cNvCxnSpPr>
          <p:nvPr/>
        </p:nvCxnSpPr>
        <p:spPr>
          <a:xfrm>
            <a:off x="4648266" y="5257448"/>
            <a:ext cx="1457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F085E00-C10B-9CAB-A848-C040F55E7CDA}"/>
                  </a:ext>
                </a:extLst>
              </p:cNvPr>
              <p:cNvSpPr txBox="1"/>
              <p:nvPr/>
            </p:nvSpPr>
            <p:spPr>
              <a:xfrm>
                <a:off x="530354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F085E00-C10B-9CAB-A848-C040F55E7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54" y="5250164"/>
                <a:ext cx="6370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B91C95C-9382-AC31-F44B-9DE72D00BEE3}"/>
                  </a:ext>
                </a:extLst>
              </p:cNvPr>
              <p:cNvSpPr txBox="1"/>
              <p:nvPr/>
            </p:nvSpPr>
            <p:spPr>
              <a:xfrm>
                <a:off x="1991859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B91C95C-9382-AC31-F44B-9DE72D00B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859" y="5250164"/>
                <a:ext cx="63700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93D4E94-DF9F-52A8-8A55-34692D40AE19}"/>
                  </a:ext>
                </a:extLst>
              </p:cNvPr>
              <p:cNvSpPr txBox="1"/>
              <p:nvPr/>
            </p:nvSpPr>
            <p:spPr>
              <a:xfrm>
                <a:off x="3568486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893D4E94-DF9F-52A8-8A55-34692D40A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8486" y="5250164"/>
                <a:ext cx="63700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B23B7AF9-9AB6-81A3-9A4D-D4F45627B3AD}"/>
                  </a:ext>
                </a:extLst>
              </p:cNvPr>
              <p:cNvSpPr txBox="1"/>
              <p:nvPr/>
            </p:nvSpPr>
            <p:spPr>
              <a:xfrm>
                <a:off x="4957629" y="52501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B23B7AF9-9AB6-81A3-9A4D-D4F45627B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7629" y="5250164"/>
                <a:ext cx="63700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D1A4C65D-DE23-6B57-B3AB-9907A70AEA3C}"/>
              </a:ext>
            </a:extLst>
          </p:cNvPr>
          <p:cNvCxnSpPr>
            <a:cxnSpLocks/>
          </p:cNvCxnSpPr>
          <p:nvPr/>
        </p:nvCxnSpPr>
        <p:spPr>
          <a:xfrm>
            <a:off x="6137181" y="4735171"/>
            <a:ext cx="30381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EF309A1-9E7F-5DE9-6C2F-CF94AC3639FA}"/>
              </a:ext>
            </a:extLst>
          </p:cNvPr>
          <p:cNvCxnSpPr>
            <a:cxnSpLocks/>
          </p:cNvCxnSpPr>
          <p:nvPr/>
        </p:nvCxnSpPr>
        <p:spPr>
          <a:xfrm>
            <a:off x="9185181" y="4735171"/>
            <a:ext cx="2977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D71D4EB-0428-D3B7-DEB3-87E66528253E}"/>
                  </a:ext>
                </a:extLst>
              </p:cNvPr>
              <p:cNvSpPr txBox="1"/>
              <p:nvPr/>
            </p:nvSpPr>
            <p:spPr>
              <a:xfrm>
                <a:off x="7337743" y="4723832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D71D4EB-0428-D3B7-DEB3-87E665282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7743" y="4723832"/>
                <a:ext cx="637008" cy="369332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4D16889-370C-54A6-E08D-2C53D306FCEE}"/>
                  </a:ext>
                </a:extLst>
              </p:cNvPr>
              <p:cNvSpPr txBox="1"/>
              <p:nvPr/>
            </p:nvSpPr>
            <p:spPr>
              <a:xfrm>
                <a:off x="10193872" y="4691883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4D16889-370C-54A6-E08D-2C53D306F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872" y="4691883"/>
                <a:ext cx="637008" cy="369332"/>
              </a:xfrm>
              <a:prstGeom prst="rect">
                <a:avLst/>
              </a:prstGeom>
              <a:blipFill>
                <a:blip r:embed="rId9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C7C20EB-96D4-8859-AAB2-C5B41DA7287A}"/>
              </a:ext>
            </a:extLst>
          </p:cNvPr>
          <p:cNvCxnSpPr>
            <a:cxnSpLocks/>
          </p:cNvCxnSpPr>
          <p:nvPr/>
        </p:nvCxnSpPr>
        <p:spPr>
          <a:xfrm>
            <a:off x="6147049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943A5F5F-C5AC-F072-613A-3F2BE3D12C22}"/>
              </a:ext>
            </a:extLst>
          </p:cNvPr>
          <p:cNvCxnSpPr>
            <a:cxnSpLocks/>
          </p:cNvCxnSpPr>
          <p:nvPr/>
        </p:nvCxnSpPr>
        <p:spPr>
          <a:xfrm>
            <a:off x="7667277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155BCF8-456C-CA01-5F87-7D8A3192CA87}"/>
              </a:ext>
            </a:extLst>
          </p:cNvPr>
          <p:cNvCxnSpPr>
            <a:cxnSpLocks/>
          </p:cNvCxnSpPr>
          <p:nvPr/>
        </p:nvCxnSpPr>
        <p:spPr>
          <a:xfrm>
            <a:off x="9185181" y="5264732"/>
            <a:ext cx="1517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89F8C705-B35D-3F5B-CE6D-B44541F56046}"/>
              </a:ext>
            </a:extLst>
          </p:cNvPr>
          <p:cNvCxnSpPr>
            <a:cxnSpLocks/>
          </p:cNvCxnSpPr>
          <p:nvPr/>
        </p:nvCxnSpPr>
        <p:spPr>
          <a:xfrm>
            <a:off x="10705409" y="5264732"/>
            <a:ext cx="1457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A9D5A5E6-DE4B-7645-EE3D-50FE40D8661D}"/>
                  </a:ext>
                </a:extLst>
              </p:cNvPr>
              <p:cNvSpPr txBox="1"/>
              <p:nvPr/>
            </p:nvSpPr>
            <p:spPr>
              <a:xfrm>
                <a:off x="6587497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A9D5A5E6-DE4B-7645-EE3D-50FE40D86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497" y="5257448"/>
                <a:ext cx="63700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23CEE134-AAE8-C7FD-7CD0-6A9808637405}"/>
                  </a:ext>
                </a:extLst>
              </p:cNvPr>
              <p:cNvSpPr txBox="1"/>
              <p:nvPr/>
            </p:nvSpPr>
            <p:spPr>
              <a:xfrm>
                <a:off x="8049002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23CEE134-AAE8-C7FD-7CD0-6A9808637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9002" y="5257448"/>
                <a:ext cx="63700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338CB94-FBD6-5DDD-8131-83DE665C6474}"/>
                  </a:ext>
                </a:extLst>
              </p:cNvPr>
              <p:cNvSpPr txBox="1"/>
              <p:nvPr/>
            </p:nvSpPr>
            <p:spPr>
              <a:xfrm>
                <a:off x="9625629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338CB94-FBD6-5DDD-8131-83DE665C6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5629" y="5257448"/>
                <a:ext cx="63700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D53971F6-774C-8FE8-F050-E9F54F0BE3BE}"/>
                  </a:ext>
                </a:extLst>
              </p:cNvPr>
              <p:cNvSpPr txBox="1"/>
              <p:nvPr/>
            </p:nvSpPr>
            <p:spPr>
              <a:xfrm>
                <a:off x="11014772" y="525744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D53971F6-774C-8FE8-F050-E9F54F0BE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4772" y="5257448"/>
                <a:ext cx="63700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左大括号 45">
            <a:extLst>
              <a:ext uri="{FF2B5EF4-FFF2-40B4-BE49-F238E27FC236}">
                <a16:creationId xmlns:a16="http://schemas.microsoft.com/office/drawing/2014/main" id="{AF77E322-BB34-38EC-5733-555AC97957CF}"/>
              </a:ext>
            </a:extLst>
          </p:cNvPr>
          <p:cNvSpPr/>
          <p:nvPr/>
        </p:nvSpPr>
        <p:spPr>
          <a:xfrm rot="5400000">
            <a:off x="9062316" y="892138"/>
            <a:ext cx="243405" cy="6015963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22FAD0F-4421-9231-947A-C5877AD414D7}"/>
              </a:ext>
            </a:extLst>
          </p:cNvPr>
          <p:cNvSpPr txBox="1"/>
          <p:nvPr/>
        </p:nvSpPr>
        <p:spPr>
          <a:xfrm>
            <a:off x="8135309" y="3350048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084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CDEEBF7-FF76-7AFB-7860-AE9AB6427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328" y="3510874"/>
            <a:ext cx="9192908" cy="29817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4A84C4-CAA1-0CE3-4FC5-0CA0997D3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275" y="776817"/>
            <a:ext cx="9211961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82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9DB35F-7695-4ADA-93C5-A862C0658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3" y="3078406"/>
            <a:ext cx="11698333" cy="25816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7B59AF-8BC3-8140-58C1-29516204F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04"/>
          <a:stretch/>
        </p:blipFill>
        <p:spPr>
          <a:xfrm>
            <a:off x="246833" y="553895"/>
            <a:ext cx="11630684" cy="25452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1B3FA9-97B8-B9D5-90CE-EF31E07340C8}"/>
              </a:ext>
            </a:extLst>
          </p:cNvPr>
          <p:cNvSpPr txBox="1"/>
          <p:nvPr/>
        </p:nvSpPr>
        <p:spPr>
          <a:xfrm>
            <a:off x="3458424" y="144855"/>
            <a:ext cx="5758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emitter_buffer_inflow_condition.exec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zh-CN" altLang="en-US" dirty="0"/>
              <a:t>在最后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79BD1-18A1-82A2-D978-70AADD92C103}"/>
              </a:ext>
            </a:extLst>
          </p:cNvPr>
          <p:cNvSpPr txBox="1"/>
          <p:nvPr/>
        </p:nvSpPr>
        <p:spPr>
          <a:xfrm>
            <a:off x="3458424" y="5660041"/>
            <a:ext cx="5758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emitter_buffer_inflow_condition.exec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zh-CN" altLang="en-US" dirty="0"/>
              <a:t>在中间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002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A3DBC-BA7D-DDD0-8C2F-6BAC2EB94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923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FC6373-CFBA-3F8F-797A-C6C80B8FB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55320"/>
            <a:ext cx="12192000" cy="3033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099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FE7D1F-E043-CEF1-C3FA-BBCDC9F16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572" y="66634"/>
            <a:ext cx="4306672" cy="1828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0F125-6058-6B5D-83C3-CB0420F1E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572" y="2092938"/>
            <a:ext cx="4304100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669A79-A010-ADA5-7FEF-C4D35C436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686" y="4119242"/>
            <a:ext cx="4318986" cy="1828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772F45B-2FC4-24B8-CE69-F77567BB867D}"/>
              </a:ext>
            </a:extLst>
          </p:cNvPr>
          <p:cNvSpPr txBox="1"/>
          <p:nvPr/>
        </p:nvSpPr>
        <p:spPr>
          <a:xfrm>
            <a:off x="1159242" y="-118032"/>
            <a:ext cx="244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3089BA-EF69-DE5E-6E4E-E62A8360FA1D}"/>
              </a:ext>
            </a:extLst>
          </p:cNvPr>
          <p:cNvSpPr txBox="1"/>
          <p:nvPr/>
        </p:nvSpPr>
        <p:spPr>
          <a:xfrm>
            <a:off x="1159242" y="1955001"/>
            <a:ext cx="244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634604-B76A-7E0E-4F9A-DD43BC37DCA3}"/>
              </a:ext>
            </a:extLst>
          </p:cNvPr>
          <p:cNvSpPr txBox="1"/>
          <p:nvPr/>
        </p:nvSpPr>
        <p:spPr>
          <a:xfrm>
            <a:off x="1159242" y="3996432"/>
            <a:ext cx="244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79FD88D-A554-88A5-4CE9-FF971B6D5927}"/>
                  </a:ext>
                </a:extLst>
              </p:cNvPr>
              <p:cNvSpPr txBox="1"/>
              <p:nvPr/>
            </p:nvSpPr>
            <p:spPr>
              <a:xfrm>
                <a:off x="5930019" y="251300"/>
                <a:ext cx="5667470" cy="1222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original</a:t>
                </a:r>
              </a:p>
              <a:p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water: </a:t>
                </a:r>
                <a:r>
                  <a:rPr lang="en-US" altLang="zh-CN" dirty="0">
                    <a:latin typeface="Consolas" panose="020B0609020204030204" pitchFamily="49" charset="0"/>
                  </a:rPr>
                  <a:t>Inner&lt;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FreeSurface</a:t>
                </a:r>
                <a:r>
                  <a:rPr lang="en-US" altLang="zh-CN" dirty="0">
                    <a:latin typeface="Consolas" panose="020B0609020204030204" pitchFamily="49" charset="0"/>
                  </a:rPr>
                  <a:t>&gt; + 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wall_contact</a:t>
                </a:r>
                <a:endParaRPr lang="en-US" altLang="zh-CN" dirty="0">
                  <a:latin typeface="Consolas" panose="020B0609020204030204" pitchFamily="49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air: </a:t>
                </a:r>
                <a:r>
                  <a:rPr lang="en-US" dirty="0">
                    <a:latin typeface="Consolas" panose="020B0609020204030204" pitchFamily="49" charset="0"/>
                  </a:rPr>
                  <a:t>Inner&lt;&gt; + </a:t>
                </a:r>
                <a:r>
                  <a:rPr lang="en-US" dirty="0" err="1">
                    <a:latin typeface="Consolas" panose="020B0609020204030204" pitchFamily="49" charset="0"/>
                  </a:rPr>
                  <a:t>water_contact</a:t>
                </a:r>
                <a:r>
                  <a:rPr lang="en-US" dirty="0">
                    <a:latin typeface="Consolas" panose="020B0609020204030204" pitchFamily="49" charset="0"/>
                  </a:rPr>
                  <a:t> + </a:t>
                </a:r>
                <a:r>
                  <a:rPr lang="en-US" dirty="0" err="1">
                    <a:latin typeface="Consolas" panose="020B0609020204030204" pitchFamily="49" charset="0"/>
                  </a:rPr>
                  <a:t>wall_contact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∈[0.9983,1.0031]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79FD88D-A554-88A5-4CE9-FF971B6D5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0019" y="251300"/>
                <a:ext cx="5667470" cy="1222579"/>
              </a:xfrm>
              <a:prstGeom prst="rect">
                <a:avLst/>
              </a:prstGeom>
              <a:blipFill>
                <a:blip r:embed="rId5"/>
                <a:stretch>
                  <a:fillRect l="-969" t="-2488" b="-2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B67036-FB6B-AF52-E666-F7610E8FDC1F}"/>
                  </a:ext>
                </a:extLst>
              </p:cNvPr>
              <p:cNvSpPr txBox="1"/>
              <p:nvPr/>
            </p:nvSpPr>
            <p:spPr>
              <a:xfrm>
                <a:off x="5942777" y="2206421"/>
                <a:ext cx="5667470" cy="1222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variant 1</a:t>
                </a:r>
              </a:p>
              <a:p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water: </a:t>
                </a:r>
                <a:r>
                  <a:rPr lang="en-US" altLang="zh-CN" dirty="0">
                    <a:latin typeface="Consolas" panose="020B0609020204030204" pitchFamily="49" charset="0"/>
                  </a:rPr>
                  <a:t>Inner&lt;&gt; + 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air_contact</a:t>
                </a:r>
                <a:r>
                  <a:rPr lang="en-US" altLang="zh-CN" dirty="0">
                    <a:latin typeface="Consolas" panose="020B0609020204030204" pitchFamily="49" charset="0"/>
                  </a:rPr>
                  <a:t> + 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wall_contact</a:t>
                </a:r>
                <a:endParaRPr lang="en-US" altLang="zh-CN" dirty="0">
                  <a:latin typeface="Consolas" panose="020B0609020204030204" pitchFamily="49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air: </a:t>
                </a:r>
                <a:r>
                  <a:rPr lang="en-US" dirty="0">
                    <a:latin typeface="Consolas" panose="020B0609020204030204" pitchFamily="49" charset="0"/>
                  </a:rPr>
                  <a:t>Inner&lt;&gt; + </a:t>
                </a:r>
                <a:r>
                  <a:rPr lang="en-US" dirty="0" err="1">
                    <a:latin typeface="Consolas" panose="020B0609020204030204" pitchFamily="49" charset="0"/>
                  </a:rPr>
                  <a:t>water_contact</a:t>
                </a:r>
                <a:r>
                  <a:rPr lang="en-US" dirty="0">
                    <a:latin typeface="Consolas" panose="020B0609020204030204" pitchFamily="49" charset="0"/>
                  </a:rPr>
                  <a:t> + </a:t>
                </a:r>
                <a:r>
                  <a:rPr lang="en-US" dirty="0" err="1">
                    <a:latin typeface="Consolas" panose="020B0609020204030204" pitchFamily="49" charset="0"/>
                  </a:rPr>
                  <a:t>wall_contact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0.9905,1.0084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B67036-FB6B-AF52-E666-F7610E8FD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777" y="2206421"/>
                <a:ext cx="5667470" cy="1222579"/>
              </a:xfrm>
              <a:prstGeom prst="rect">
                <a:avLst/>
              </a:prstGeom>
              <a:blipFill>
                <a:blip r:embed="rId6"/>
                <a:stretch>
                  <a:fillRect l="-968" t="-2985" b="-2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8B4C02-FE09-E01B-1187-83788F13A996}"/>
                  </a:ext>
                </a:extLst>
              </p:cNvPr>
              <p:cNvSpPr txBox="1"/>
              <p:nvPr/>
            </p:nvSpPr>
            <p:spPr>
              <a:xfrm>
                <a:off x="5930019" y="4365764"/>
                <a:ext cx="5667470" cy="1222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variant 2</a:t>
                </a:r>
              </a:p>
              <a:p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water: </a:t>
                </a:r>
                <a:r>
                  <a:rPr lang="en-US" altLang="zh-CN" dirty="0">
                    <a:latin typeface="Consolas" panose="020B0609020204030204" pitchFamily="49" charset="0"/>
                  </a:rPr>
                  <a:t>Inner&lt;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FreeSurface</a:t>
                </a:r>
                <a:r>
                  <a:rPr lang="en-US" altLang="zh-CN" dirty="0">
                    <a:latin typeface="Consolas" panose="020B0609020204030204" pitchFamily="49" charset="0"/>
                  </a:rPr>
                  <a:t>&gt; + 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wall_contact</a:t>
                </a:r>
                <a:endParaRPr lang="en-US" altLang="zh-CN" dirty="0">
                  <a:latin typeface="Consolas" panose="020B0609020204030204" pitchFamily="49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air: </a:t>
                </a:r>
                <a:r>
                  <a:rPr lang="en-US" dirty="0">
                    <a:latin typeface="Consolas" panose="020B0609020204030204" pitchFamily="49" charset="0"/>
                  </a:rPr>
                  <a:t>Inner&lt;</a:t>
                </a:r>
                <a:r>
                  <a:rPr lang="en-US" altLang="zh-CN" dirty="0" err="1">
                    <a:latin typeface="Consolas" panose="020B0609020204030204" pitchFamily="49" charset="0"/>
                  </a:rPr>
                  <a:t>FreeSurface</a:t>
                </a:r>
                <a:r>
                  <a:rPr lang="en-US" dirty="0">
                    <a:latin typeface="Consolas" panose="020B0609020204030204" pitchFamily="49" charset="0"/>
                  </a:rPr>
                  <a:t>&gt; + </a:t>
                </a:r>
                <a:r>
                  <a:rPr lang="en-US" dirty="0" err="1">
                    <a:latin typeface="Consolas" panose="020B0609020204030204" pitchFamily="49" charset="0"/>
                  </a:rPr>
                  <a:t>wall_contact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0.9985,1.0039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8B4C02-FE09-E01B-1187-83788F13A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0019" y="4365764"/>
                <a:ext cx="5667470" cy="1222579"/>
              </a:xfrm>
              <a:prstGeom prst="rect">
                <a:avLst/>
              </a:prstGeom>
              <a:blipFill>
                <a:blip r:embed="rId7"/>
                <a:stretch>
                  <a:fillRect l="-969" t="-2488" b="-2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165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箭头: 右 5">
            <a:extLst>
              <a:ext uri="{FF2B5EF4-FFF2-40B4-BE49-F238E27FC236}">
                <a16:creationId xmlns:a16="http://schemas.microsoft.com/office/drawing/2014/main" id="{8487FBD7-822C-42C6-58A5-D31088D01790}"/>
              </a:ext>
            </a:extLst>
          </p:cNvPr>
          <p:cNvSpPr/>
          <p:nvPr/>
        </p:nvSpPr>
        <p:spPr>
          <a:xfrm>
            <a:off x="2506367" y="956866"/>
            <a:ext cx="5623645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文本框 7">
            <a:extLst>
              <a:ext uri="{FF2B5EF4-FFF2-40B4-BE49-F238E27FC236}">
                <a16:creationId xmlns:a16="http://schemas.microsoft.com/office/drawing/2014/main" id="{6391D7E8-5715-E280-F546-28EEB4B40372}"/>
              </a:ext>
            </a:extLst>
          </p:cNvPr>
          <p:cNvSpPr txBox="1"/>
          <p:nvPr/>
        </p:nvSpPr>
        <p:spPr>
          <a:xfrm>
            <a:off x="4887754" y="1035335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6" name="左大括号 9">
            <a:extLst>
              <a:ext uri="{FF2B5EF4-FFF2-40B4-BE49-F238E27FC236}">
                <a16:creationId xmlns:a16="http://schemas.microsoft.com/office/drawing/2014/main" id="{D2B58CA4-1250-3AE7-F864-2DF0BE2521C7}"/>
              </a:ext>
            </a:extLst>
          </p:cNvPr>
          <p:cNvSpPr/>
          <p:nvPr/>
        </p:nvSpPr>
        <p:spPr>
          <a:xfrm rot="5400000">
            <a:off x="5206354" y="-1976661"/>
            <a:ext cx="243405" cy="5623644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框 10">
            <a:extLst>
              <a:ext uri="{FF2B5EF4-FFF2-40B4-BE49-F238E27FC236}">
                <a16:creationId xmlns:a16="http://schemas.microsoft.com/office/drawing/2014/main" id="{3595B915-FD71-0698-F472-576B175BC7BA}"/>
              </a:ext>
            </a:extLst>
          </p:cNvPr>
          <p:cNvSpPr txBox="1"/>
          <p:nvPr/>
        </p:nvSpPr>
        <p:spPr>
          <a:xfrm>
            <a:off x="4475507" y="285089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8" name="直接箭头连接符 12">
            <a:extLst>
              <a:ext uri="{FF2B5EF4-FFF2-40B4-BE49-F238E27FC236}">
                <a16:creationId xmlns:a16="http://schemas.microsoft.com/office/drawing/2014/main" id="{3C21CDF0-F14F-573F-C1D9-E618375AA12A}"/>
              </a:ext>
            </a:extLst>
          </p:cNvPr>
          <p:cNvCxnSpPr>
            <a:cxnSpLocks/>
          </p:cNvCxnSpPr>
          <p:nvPr/>
        </p:nvCxnSpPr>
        <p:spPr>
          <a:xfrm flipV="1">
            <a:off x="2506367" y="1647423"/>
            <a:ext cx="2381387" cy="1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20">
                <a:extLst>
                  <a:ext uri="{FF2B5EF4-FFF2-40B4-BE49-F238E27FC236}">
                    <a16:creationId xmlns:a16="http://schemas.microsoft.com/office/drawing/2014/main" id="{55AE793A-1C63-EDA5-A884-278F5858EF08}"/>
                  </a:ext>
                </a:extLst>
              </p:cNvPr>
              <p:cNvSpPr txBox="1"/>
              <p:nvPr/>
            </p:nvSpPr>
            <p:spPr>
              <a:xfrm>
                <a:off x="3378556" y="1647423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0" name="文本框 20">
                <a:extLst>
                  <a:ext uri="{FF2B5EF4-FFF2-40B4-BE49-F238E27FC236}">
                    <a16:creationId xmlns:a16="http://schemas.microsoft.com/office/drawing/2014/main" id="{55AE793A-1C63-EDA5-A884-278F5858E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8556" y="1647423"/>
                <a:ext cx="6370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21">
                <a:extLst>
                  <a:ext uri="{FF2B5EF4-FFF2-40B4-BE49-F238E27FC236}">
                    <a16:creationId xmlns:a16="http://schemas.microsoft.com/office/drawing/2014/main" id="{C54A59F1-E3AB-22EC-2170-A57AB672DE98}"/>
                  </a:ext>
                </a:extLst>
              </p:cNvPr>
              <p:cNvSpPr txBox="1"/>
              <p:nvPr/>
            </p:nvSpPr>
            <p:spPr>
              <a:xfrm>
                <a:off x="6563058" y="161547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1" name="文本框 21">
                <a:extLst>
                  <a:ext uri="{FF2B5EF4-FFF2-40B4-BE49-F238E27FC236}">
                    <a16:creationId xmlns:a16="http://schemas.microsoft.com/office/drawing/2014/main" id="{C54A59F1-E3AB-22EC-2170-A57AB672D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058" y="1615474"/>
                <a:ext cx="63700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接箭头连接符 22">
            <a:extLst>
              <a:ext uri="{FF2B5EF4-FFF2-40B4-BE49-F238E27FC236}">
                <a16:creationId xmlns:a16="http://schemas.microsoft.com/office/drawing/2014/main" id="{80B23C40-5212-2958-6D39-40106A97DC1D}"/>
              </a:ext>
            </a:extLst>
          </p:cNvPr>
          <p:cNvCxnSpPr>
            <a:cxnSpLocks/>
          </p:cNvCxnSpPr>
          <p:nvPr/>
        </p:nvCxnSpPr>
        <p:spPr>
          <a:xfrm>
            <a:off x="2516235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28">
                <a:extLst>
                  <a:ext uri="{FF2B5EF4-FFF2-40B4-BE49-F238E27FC236}">
                    <a16:creationId xmlns:a16="http://schemas.microsoft.com/office/drawing/2014/main" id="{6A81374D-007F-2245-62C4-F5D10A5B93F5}"/>
                  </a:ext>
                </a:extLst>
              </p:cNvPr>
              <p:cNvSpPr txBox="1"/>
              <p:nvPr/>
            </p:nvSpPr>
            <p:spPr>
              <a:xfrm>
                <a:off x="2654980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6" name="文本框 28">
                <a:extLst>
                  <a:ext uri="{FF2B5EF4-FFF2-40B4-BE49-F238E27FC236}">
                    <a16:creationId xmlns:a16="http://schemas.microsoft.com/office/drawing/2014/main" id="{6A81374D-007F-2245-62C4-F5D10A5B9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4980" y="2150081"/>
                <a:ext cx="6370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29">
                <a:extLst>
                  <a:ext uri="{FF2B5EF4-FFF2-40B4-BE49-F238E27FC236}">
                    <a16:creationId xmlns:a16="http://schemas.microsoft.com/office/drawing/2014/main" id="{775DDE9D-2B25-24DB-7287-E6AD205F8E63}"/>
                  </a:ext>
                </a:extLst>
              </p:cNvPr>
              <p:cNvSpPr txBox="1"/>
              <p:nvPr/>
            </p:nvSpPr>
            <p:spPr>
              <a:xfrm>
                <a:off x="3576991" y="215642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7" name="文本框 29">
                <a:extLst>
                  <a:ext uri="{FF2B5EF4-FFF2-40B4-BE49-F238E27FC236}">
                    <a16:creationId xmlns:a16="http://schemas.microsoft.com/office/drawing/2014/main" id="{775DDE9D-2B25-24DB-7287-E6AD205F8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991" y="2156428"/>
                <a:ext cx="63700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30">
                <a:extLst>
                  <a:ext uri="{FF2B5EF4-FFF2-40B4-BE49-F238E27FC236}">
                    <a16:creationId xmlns:a16="http://schemas.microsoft.com/office/drawing/2014/main" id="{E190ADA5-2DEF-C7B9-BE42-E1A7D587F15E}"/>
                  </a:ext>
                </a:extLst>
              </p:cNvPr>
              <p:cNvSpPr txBox="1"/>
              <p:nvPr/>
            </p:nvSpPr>
            <p:spPr>
              <a:xfrm>
                <a:off x="4638523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8" name="文本框 30">
                <a:extLst>
                  <a:ext uri="{FF2B5EF4-FFF2-40B4-BE49-F238E27FC236}">
                    <a16:creationId xmlns:a16="http://schemas.microsoft.com/office/drawing/2014/main" id="{E190ADA5-2DEF-C7B9-BE42-E1A7D587F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523" y="2150081"/>
                <a:ext cx="63700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31">
                <a:extLst>
                  <a:ext uri="{FF2B5EF4-FFF2-40B4-BE49-F238E27FC236}">
                    <a16:creationId xmlns:a16="http://schemas.microsoft.com/office/drawing/2014/main" id="{DA9A69E5-0288-006E-CF7B-6FE1E9487BC1}"/>
                  </a:ext>
                </a:extLst>
              </p:cNvPr>
              <p:cNvSpPr txBox="1"/>
              <p:nvPr/>
            </p:nvSpPr>
            <p:spPr>
              <a:xfrm>
                <a:off x="7502871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9" name="文本框 31">
                <a:extLst>
                  <a:ext uri="{FF2B5EF4-FFF2-40B4-BE49-F238E27FC236}">
                    <a16:creationId xmlns:a16="http://schemas.microsoft.com/office/drawing/2014/main" id="{DA9A69E5-0288-006E-CF7B-6FE1E948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2871" y="2150081"/>
                <a:ext cx="63700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箭头连接符 12">
            <a:extLst>
              <a:ext uri="{FF2B5EF4-FFF2-40B4-BE49-F238E27FC236}">
                <a16:creationId xmlns:a16="http://schemas.microsoft.com/office/drawing/2014/main" id="{F6B49C85-AA37-EFC2-2FF5-7E38D1F1F719}"/>
              </a:ext>
            </a:extLst>
          </p:cNvPr>
          <p:cNvCxnSpPr>
            <a:cxnSpLocks/>
          </p:cNvCxnSpPr>
          <p:nvPr/>
        </p:nvCxnSpPr>
        <p:spPr>
          <a:xfrm flipV="1">
            <a:off x="5478603" y="1636084"/>
            <a:ext cx="2381387" cy="1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箭头连接符 22">
            <a:extLst>
              <a:ext uri="{FF2B5EF4-FFF2-40B4-BE49-F238E27FC236}">
                <a16:creationId xmlns:a16="http://schemas.microsoft.com/office/drawing/2014/main" id="{CBD38929-C673-4220-9067-3AB0DA11DA8C}"/>
              </a:ext>
            </a:extLst>
          </p:cNvPr>
          <p:cNvCxnSpPr>
            <a:cxnSpLocks/>
          </p:cNvCxnSpPr>
          <p:nvPr/>
        </p:nvCxnSpPr>
        <p:spPr>
          <a:xfrm>
            <a:off x="3503691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直接箭头连接符 22">
            <a:extLst>
              <a:ext uri="{FF2B5EF4-FFF2-40B4-BE49-F238E27FC236}">
                <a16:creationId xmlns:a16="http://schemas.microsoft.com/office/drawing/2014/main" id="{0FC9B000-7F0D-C597-06AB-D19B05904F86}"/>
              </a:ext>
            </a:extLst>
          </p:cNvPr>
          <p:cNvCxnSpPr>
            <a:cxnSpLocks/>
          </p:cNvCxnSpPr>
          <p:nvPr/>
        </p:nvCxnSpPr>
        <p:spPr>
          <a:xfrm>
            <a:off x="4491147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0" name="直接箭头连接符 22">
            <a:extLst>
              <a:ext uri="{FF2B5EF4-FFF2-40B4-BE49-F238E27FC236}">
                <a16:creationId xmlns:a16="http://schemas.microsoft.com/office/drawing/2014/main" id="{A5E79F29-8218-0827-BCEA-8BFC6A68D9A0}"/>
              </a:ext>
            </a:extLst>
          </p:cNvPr>
          <p:cNvCxnSpPr>
            <a:cxnSpLocks/>
          </p:cNvCxnSpPr>
          <p:nvPr/>
        </p:nvCxnSpPr>
        <p:spPr>
          <a:xfrm>
            <a:off x="5478603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直接箭头连接符 22">
            <a:extLst>
              <a:ext uri="{FF2B5EF4-FFF2-40B4-BE49-F238E27FC236}">
                <a16:creationId xmlns:a16="http://schemas.microsoft.com/office/drawing/2014/main" id="{6A36A984-DDF3-DD88-75DA-764C7B356862}"/>
              </a:ext>
            </a:extLst>
          </p:cNvPr>
          <p:cNvCxnSpPr>
            <a:cxnSpLocks/>
          </p:cNvCxnSpPr>
          <p:nvPr/>
        </p:nvCxnSpPr>
        <p:spPr>
          <a:xfrm>
            <a:off x="6419775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2" name="直接箭头连接符 22">
            <a:extLst>
              <a:ext uri="{FF2B5EF4-FFF2-40B4-BE49-F238E27FC236}">
                <a16:creationId xmlns:a16="http://schemas.microsoft.com/office/drawing/2014/main" id="{D88F0D6E-BA59-5975-AA7B-0828780F6BB5}"/>
              </a:ext>
            </a:extLst>
          </p:cNvPr>
          <p:cNvCxnSpPr>
            <a:cxnSpLocks/>
          </p:cNvCxnSpPr>
          <p:nvPr/>
        </p:nvCxnSpPr>
        <p:spPr>
          <a:xfrm>
            <a:off x="7407231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BD9F135-D917-26B6-56FC-0F87823565A5}"/>
              </a:ext>
            </a:extLst>
          </p:cNvPr>
          <p:cNvSpPr txBox="1"/>
          <p:nvPr/>
        </p:nvSpPr>
        <p:spPr>
          <a:xfrm>
            <a:off x="-38386" y="1153809"/>
            <a:ext cx="25440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企图只在最后一个中层循环控制声速时间步是不够的，步子容易迈大。</a:t>
            </a:r>
            <a:endParaRPr lang="en-US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58E6467-8E23-58AD-1E73-AAFB4CBCC781}"/>
              </a:ext>
            </a:extLst>
          </p:cNvPr>
          <p:cNvCxnSpPr/>
          <p:nvPr/>
        </p:nvCxnSpPr>
        <p:spPr>
          <a:xfrm>
            <a:off x="8394687" y="759832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本框 30">
                <a:extLst>
                  <a:ext uri="{FF2B5EF4-FFF2-40B4-BE49-F238E27FC236}">
                    <a16:creationId xmlns:a16="http://schemas.microsoft.com/office/drawing/2014/main" id="{376C253B-ED3C-DCB7-FAE0-9E78128171A9}"/>
                  </a:ext>
                </a:extLst>
              </p:cNvPr>
              <p:cNvSpPr txBox="1"/>
              <p:nvPr/>
            </p:nvSpPr>
            <p:spPr>
              <a:xfrm>
                <a:off x="5625462" y="2161420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7" name="文本框 30">
                <a:extLst>
                  <a:ext uri="{FF2B5EF4-FFF2-40B4-BE49-F238E27FC236}">
                    <a16:creationId xmlns:a16="http://schemas.microsoft.com/office/drawing/2014/main" id="{376C253B-ED3C-DCB7-FAE0-9E7812817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462" y="2161420"/>
                <a:ext cx="63700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本框 30">
                <a:extLst>
                  <a:ext uri="{FF2B5EF4-FFF2-40B4-BE49-F238E27FC236}">
                    <a16:creationId xmlns:a16="http://schemas.microsoft.com/office/drawing/2014/main" id="{5312CE91-9398-8663-D69A-193D038DCDFE}"/>
                  </a:ext>
                </a:extLst>
              </p:cNvPr>
              <p:cNvSpPr txBox="1"/>
              <p:nvPr/>
            </p:nvSpPr>
            <p:spPr>
              <a:xfrm>
                <a:off x="6628037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8" name="文本框 30">
                <a:extLst>
                  <a:ext uri="{FF2B5EF4-FFF2-40B4-BE49-F238E27FC236}">
                    <a16:creationId xmlns:a16="http://schemas.microsoft.com/office/drawing/2014/main" id="{5312CE91-9398-8663-D69A-193D038DC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37" y="2150081"/>
                <a:ext cx="63700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箭头: 右 5">
            <a:extLst>
              <a:ext uri="{FF2B5EF4-FFF2-40B4-BE49-F238E27FC236}">
                <a16:creationId xmlns:a16="http://schemas.microsoft.com/office/drawing/2014/main" id="{F20B9079-BC80-CA76-1C2C-993383A0EC8F}"/>
              </a:ext>
            </a:extLst>
          </p:cNvPr>
          <p:cNvSpPr/>
          <p:nvPr/>
        </p:nvSpPr>
        <p:spPr>
          <a:xfrm>
            <a:off x="2506367" y="3881749"/>
            <a:ext cx="5623645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文本框 7">
            <a:extLst>
              <a:ext uri="{FF2B5EF4-FFF2-40B4-BE49-F238E27FC236}">
                <a16:creationId xmlns:a16="http://schemas.microsoft.com/office/drawing/2014/main" id="{E9EC582D-18C2-C284-D562-F9FD313E9503}"/>
              </a:ext>
            </a:extLst>
          </p:cNvPr>
          <p:cNvSpPr txBox="1"/>
          <p:nvPr/>
        </p:nvSpPr>
        <p:spPr>
          <a:xfrm>
            <a:off x="4887754" y="3960218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41" name="左大括号 9">
            <a:extLst>
              <a:ext uri="{FF2B5EF4-FFF2-40B4-BE49-F238E27FC236}">
                <a16:creationId xmlns:a16="http://schemas.microsoft.com/office/drawing/2014/main" id="{FDE129A1-D364-B1AD-0DE5-1A8F837632D3}"/>
              </a:ext>
            </a:extLst>
          </p:cNvPr>
          <p:cNvSpPr/>
          <p:nvPr/>
        </p:nvSpPr>
        <p:spPr>
          <a:xfrm rot="5400000">
            <a:off x="5206354" y="948222"/>
            <a:ext cx="243405" cy="5623644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文本框 10">
            <a:extLst>
              <a:ext uri="{FF2B5EF4-FFF2-40B4-BE49-F238E27FC236}">
                <a16:creationId xmlns:a16="http://schemas.microsoft.com/office/drawing/2014/main" id="{9B82CF57-7DB5-DD9A-89F1-358B17742DFC}"/>
              </a:ext>
            </a:extLst>
          </p:cNvPr>
          <p:cNvSpPr txBox="1"/>
          <p:nvPr/>
        </p:nvSpPr>
        <p:spPr>
          <a:xfrm>
            <a:off x="4475507" y="3209972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43" name="直接箭头连接符 12">
            <a:extLst>
              <a:ext uri="{FF2B5EF4-FFF2-40B4-BE49-F238E27FC236}">
                <a16:creationId xmlns:a16="http://schemas.microsoft.com/office/drawing/2014/main" id="{3691A834-4B83-3827-1B97-DC3C36416604}"/>
              </a:ext>
            </a:extLst>
          </p:cNvPr>
          <p:cNvCxnSpPr>
            <a:cxnSpLocks/>
          </p:cNvCxnSpPr>
          <p:nvPr/>
        </p:nvCxnSpPr>
        <p:spPr>
          <a:xfrm flipV="1">
            <a:off x="2506367" y="4572306"/>
            <a:ext cx="2381387" cy="1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本框 20">
                <a:extLst>
                  <a:ext uri="{FF2B5EF4-FFF2-40B4-BE49-F238E27FC236}">
                    <a16:creationId xmlns:a16="http://schemas.microsoft.com/office/drawing/2014/main" id="{9343BC75-F869-27CB-2F53-727A3837F83E}"/>
                  </a:ext>
                </a:extLst>
              </p:cNvPr>
              <p:cNvSpPr txBox="1"/>
              <p:nvPr/>
            </p:nvSpPr>
            <p:spPr>
              <a:xfrm>
                <a:off x="3378556" y="4572306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4" name="文本框 20">
                <a:extLst>
                  <a:ext uri="{FF2B5EF4-FFF2-40B4-BE49-F238E27FC236}">
                    <a16:creationId xmlns:a16="http://schemas.microsoft.com/office/drawing/2014/main" id="{9343BC75-F869-27CB-2F53-727A3837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8556" y="4572306"/>
                <a:ext cx="63700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文本框 21">
                <a:extLst>
                  <a:ext uri="{FF2B5EF4-FFF2-40B4-BE49-F238E27FC236}">
                    <a16:creationId xmlns:a16="http://schemas.microsoft.com/office/drawing/2014/main" id="{1E55AFB4-40FE-3B37-2C79-09876A088989}"/>
                  </a:ext>
                </a:extLst>
              </p:cNvPr>
              <p:cNvSpPr txBox="1"/>
              <p:nvPr/>
            </p:nvSpPr>
            <p:spPr>
              <a:xfrm>
                <a:off x="6414271" y="4540357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5" name="文本框 21">
                <a:extLst>
                  <a:ext uri="{FF2B5EF4-FFF2-40B4-BE49-F238E27FC236}">
                    <a16:creationId xmlns:a16="http://schemas.microsoft.com/office/drawing/2014/main" id="{1E55AFB4-40FE-3B37-2C79-09876A088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4271" y="4540357"/>
                <a:ext cx="637008" cy="369332"/>
              </a:xfrm>
              <a:prstGeom prst="rect">
                <a:avLst/>
              </a:prstGeom>
              <a:blipFill>
                <a:blip r:embed="rId11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直接箭头连接符 22">
            <a:extLst>
              <a:ext uri="{FF2B5EF4-FFF2-40B4-BE49-F238E27FC236}">
                <a16:creationId xmlns:a16="http://schemas.microsoft.com/office/drawing/2014/main" id="{432F8699-033D-D19D-1DE5-F7D7C148BE42}"/>
              </a:ext>
            </a:extLst>
          </p:cNvPr>
          <p:cNvCxnSpPr>
            <a:cxnSpLocks/>
          </p:cNvCxnSpPr>
          <p:nvPr/>
        </p:nvCxnSpPr>
        <p:spPr>
          <a:xfrm>
            <a:off x="2516235" y="5113206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本框 28">
                <a:extLst>
                  <a:ext uri="{FF2B5EF4-FFF2-40B4-BE49-F238E27FC236}">
                    <a16:creationId xmlns:a16="http://schemas.microsoft.com/office/drawing/2014/main" id="{64CD66C0-378C-2B7D-7753-16A6C10697AF}"/>
                  </a:ext>
                </a:extLst>
              </p:cNvPr>
              <p:cNvSpPr txBox="1"/>
              <p:nvPr/>
            </p:nvSpPr>
            <p:spPr>
              <a:xfrm>
                <a:off x="2654980" y="50749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7" name="文本框 28">
                <a:extLst>
                  <a:ext uri="{FF2B5EF4-FFF2-40B4-BE49-F238E27FC236}">
                    <a16:creationId xmlns:a16="http://schemas.microsoft.com/office/drawing/2014/main" id="{64CD66C0-378C-2B7D-7753-16A6C1069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4980" y="5074964"/>
                <a:ext cx="63700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29">
                <a:extLst>
                  <a:ext uri="{FF2B5EF4-FFF2-40B4-BE49-F238E27FC236}">
                    <a16:creationId xmlns:a16="http://schemas.microsoft.com/office/drawing/2014/main" id="{2FBF10AE-6B15-FE26-64F5-6BD7EE67100F}"/>
                  </a:ext>
                </a:extLst>
              </p:cNvPr>
              <p:cNvSpPr txBox="1"/>
              <p:nvPr/>
            </p:nvSpPr>
            <p:spPr>
              <a:xfrm>
                <a:off x="3576991" y="508131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8" name="文本框 29">
                <a:extLst>
                  <a:ext uri="{FF2B5EF4-FFF2-40B4-BE49-F238E27FC236}">
                    <a16:creationId xmlns:a16="http://schemas.microsoft.com/office/drawing/2014/main" id="{2FBF10AE-6B15-FE26-64F5-6BD7EE671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991" y="5081311"/>
                <a:ext cx="63700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30">
                <a:extLst>
                  <a:ext uri="{FF2B5EF4-FFF2-40B4-BE49-F238E27FC236}">
                    <a16:creationId xmlns:a16="http://schemas.microsoft.com/office/drawing/2014/main" id="{E9F279CF-FF2A-9023-6F02-077CE5895C0A}"/>
                  </a:ext>
                </a:extLst>
              </p:cNvPr>
              <p:cNvSpPr txBox="1"/>
              <p:nvPr/>
            </p:nvSpPr>
            <p:spPr>
              <a:xfrm>
                <a:off x="4638523" y="50749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49" name="文本框 30">
                <a:extLst>
                  <a:ext uri="{FF2B5EF4-FFF2-40B4-BE49-F238E27FC236}">
                    <a16:creationId xmlns:a16="http://schemas.microsoft.com/office/drawing/2014/main" id="{E9F279CF-FF2A-9023-6F02-077CE5895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523" y="5074964"/>
                <a:ext cx="63700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本框 31">
                <a:extLst>
                  <a:ext uri="{FF2B5EF4-FFF2-40B4-BE49-F238E27FC236}">
                    <a16:creationId xmlns:a16="http://schemas.microsoft.com/office/drawing/2014/main" id="{8196FC56-3418-3655-A8B9-DA4FBC66A6CA}"/>
                  </a:ext>
                </a:extLst>
              </p:cNvPr>
              <p:cNvSpPr txBox="1"/>
              <p:nvPr/>
            </p:nvSpPr>
            <p:spPr>
              <a:xfrm>
                <a:off x="8277925" y="4716971"/>
                <a:ext cx="16091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ax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50" name="文本框 31">
                <a:extLst>
                  <a:ext uri="{FF2B5EF4-FFF2-40B4-BE49-F238E27FC236}">
                    <a16:creationId xmlns:a16="http://schemas.microsoft.com/office/drawing/2014/main" id="{8196FC56-3418-3655-A8B9-DA4FBC66A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7925" y="4716971"/>
                <a:ext cx="1609102" cy="369332"/>
              </a:xfrm>
              <a:prstGeom prst="rect">
                <a:avLst/>
              </a:prstGeom>
              <a:blipFill>
                <a:blip r:embed="rId1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直接箭头连接符 12">
            <a:extLst>
              <a:ext uri="{FF2B5EF4-FFF2-40B4-BE49-F238E27FC236}">
                <a16:creationId xmlns:a16="http://schemas.microsoft.com/office/drawing/2014/main" id="{745AB0A7-7E60-62CF-910F-25DA368025B8}"/>
              </a:ext>
            </a:extLst>
          </p:cNvPr>
          <p:cNvCxnSpPr>
            <a:cxnSpLocks/>
          </p:cNvCxnSpPr>
          <p:nvPr/>
        </p:nvCxnSpPr>
        <p:spPr>
          <a:xfrm flipV="1">
            <a:off x="5478603" y="4560967"/>
            <a:ext cx="2381387" cy="1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箭头连接符 22">
            <a:extLst>
              <a:ext uri="{FF2B5EF4-FFF2-40B4-BE49-F238E27FC236}">
                <a16:creationId xmlns:a16="http://schemas.microsoft.com/office/drawing/2014/main" id="{316D900D-3722-24CC-1A58-CE92E029B78E}"/>
              </a:ext>
            </a:extLst>
          </p:cNvPr>
          <p:cNvCxnSpPr>
            <a:cxnSpLocks/>
          </p:cNvCxnSpPr>
          <p:nvPr/>
        </p:nvCxnSpPr>
        <p:spPr>
          <a:xfrm>
            <a:off x="3503691" y="5113206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3" name="直接箭头连接符 22">
            <a:extLst>
              <a:ext uri="{FF2B5EF4-FFF2-40B4-BE49-F238E27FC236}">
                <a16:creationId xmlns:a16="http://schemas.microsoft.com/office/drawing/2014/main" id="{BF20D55F-0D94-E8FA-A0C9-69D37CB1D0D8}"/>
              </a:ext>
            </a:extLst>
          </p:cNvPr>
          <p:cNvCxnSpPr>
            <a:cxnSpLocks/>
          </p:cNvCxnSpPr>
          <p:nvPr/>
        </p:nvCxnSpPr>
        <p:spPr>
          <a:xfrm>
            <a:off x="4491147" y="5113206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4" name="直接箭头连接符 22">
            <a:extLst>
              <a:ext uri="{FF2B5EF4-FFF2-40B4-BE49-F238E27FC236}">
                <a16:creationId xmlns:a16="http://schemas.microsoft.com/office/drawing/2014/main" id="{B7B350CA-9695-2BBD-1B3C-6045C8E76BCB}"/>
              </a:ext>
            </a:extLst>
          </p:cNvPr>
          <p:cNvCxnSpPr>
            <a:cxnSpLocks/>
          </p:cNvCxnSpPr>
          <p:nvPr/>
        </p:nvCxnSpPr>
        <p:spPr>
          <a:xfrm>
            <a:off x="5478603" y="5113206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5" name="直接箭头连接符 22">
            <a:extLst>
              <a:ext uri="{FF2B5EF4-FFF2-40B4-BE49-F238E27FC236}">
                <a16:creationId xmlns:a16="http://schemas.microsoft.com/office/drawing/2014/main" id="{92750114-9C42-2B31-DC52-A197D35701B4}"/>
              </a:ext>
            </a:extLst>
          </p:cNvPr>
          <p:cNvCxnSpPr>
            <a:cxnSpLocks/>
          </p:cNvCxnSpPr>
          <p:nvPr/>
        </p:nvCxnSpPr>
        <p:spPr>
          <a:xfrm>
            <a:off x="6419775" y="5113206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6" name="直接箭头连接符 22">
            <a:extLst>
              <a:ext uri="{FF2B5EF4-FFF2-40B4-BE49-F238E27FC236}">
                <a16:creationId xmlns:a16="http://schemas.microsoft.com/office/drawing/2014/main" id="{C65E0698-2C2F-2A7E-518E-E99AA17DD140}"/>
              </a:ext>
            </a:extLst>
          </p:cNvPr>
          <p:cNvCxnSpPr>
            <a:cxnSpLocks/>
          </p:cNvCxnSpPr>
          <p:nvPr/>
        </p:nvCxnSpPr>
        <p:spPr>
          <a:xfrm>
            <a:off x="7407231" y="5113206"/>
            <a:ext cx="4527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3DAF8E-0525-9605-1AED-410FAB16671E}"/>
              </a:ext>
            </a:extLst>
          </p:cNvPr>
          <p:cNvCxnSpPr/>
          <p:nvPr/>
        </p:nvCxnSpPr>
        <p:spPr>
          <a:xfrm>
            <a:off x="8139879" y="3623932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本框 30">
                <a:extLst>
                  <a:ext uri="{FF2B5EF4-FFF2-40B4-BE49-F238E27FC236}">
                    <a16:creationId xmlns:a16="http://schemas.microsoft.com/office/drawing/2014/main" id="{47AD9DD3-726D-53A2-3693-68FE0C7BF111}"/>
                  </a:ext>
                </a:extLst>
              </p:cNvPr>
              <p:cNvSpPr txBox="1"/>
              <p:nvPr/>
            </p:nvSpPr>
            <p:spPr>
              <a:xfrm>
                <a:off x="5625462" y="5086303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58" name="文本框 30">
                <a:extLst>
                  <a:ext uri="{FF2B5EF4-FFF2-40B4-BE49-F238E27FC236}">
                    <a16:creationId xmlns:a16="http://schemas.microsoft.com/office/drawing/2014/main" id="{47AD9DD3-726D-53A2-3693-68FE0C7BF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462" y="5086303"/>
                <a:ext cx="63700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30">
                <a:extLst>
                  <a:ext uri="{FF2B5EF4-FFF2-40B4-BE49-F238E27FC236}">
                    <a16:creationId xmlns:a16="http://schemas.microsoft.com/office/drawing/2014/main" id="{DD374E48-388F-7AF7-259C-1EC5C2E47E78}"/>
                  </a:ext>
                </a:extLst>
              </p:cNvPr>
              <p:cNvSpPr txBox="1"/>
              <p:nvPr/>
            </p:nvSpPr>
            <p:spPr>
              <a:xfrm>
                <a:off x="6628037" y="507496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59" name="文本框 30">
                <a:extLst>
                  <a:ext uri="{FF2B5EF4-FFF2-40B4-BE49-F238E27FC236}">
                    <a16:creationId xmlns:a16="http://schemas.microsoft.com/office/drawing/2014/main" id="{DD374E48-388F-7AF7-259C-1EC5C2E47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37" y="5074964"/>
                <a:ext cx="637008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接箭头连接符 12">
            <a:extLst>
              <a:ext uri="{FF2B5EF4-FFF2-40B4-BE49-F238E27FC236}">
                <a16:creationId xmlns:a16="http://schemas.microsoft.com/office/drawing/2014/main" id="{A757DB62-4FF8-33DC-759D-5337CB2ADEB6}"/>
              </a:ext>
            </a:extLst>
          </p:cNvPr>
          <p:cNvCxnSpPr>
            <a:cxnSpLocks/>
          </p:cNvCxnSpPr>
          <p:nvPr/>
        </p:nvCxnSpPr>
        <p:spPr>
          <a:xfrm>
            <a:off x="7859990" y="4562496"/>
            <a:ext cx="279889" cy="4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22">
            <a:extLst>
              <a:ext uri="{FF2B5EF4-FFF2-40B4-BE49-F238E27FC236}">
                <a16:creationId xmlns:a16="http://schemas.microsoft.com/office/drawing/2014/main" id="{0055E658-99F9-7563-A112-6ED3C605FDE5}"/>
              </a:ext>
            </a:extLst>
          </p:cNvPr>
          <p:cNvCxnSpPr>
            <a:cxnSpLocks/>
          </p:cNvCxnSpPr>
          <p:nvPr/>
        </p:nvCxnSpPr>
        <p:spPr>
          <a:xfrm>
            <a:off x="7859990" y="5113206"/>
            <a:ext cx="2798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994D9A3-D664-7C91-CC2C-5140FCD316BD}"/>
              </a:ext>
            </a:extLst>
          </p:cNvPr>
          <p:cNvCxnSpPr/>
          <p:nvPr/>
        </p:nvCxnSpPr>
        <p:spPr>
          <a:xfrm>
            <a:off x="2506367" y="713458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7DD458E-393C-F106-EB6B-F3CAB51ECE2A}"/>
              </a:ext>
            </a:extLst>
          </p:cNvPr>
          <p:cNvCxnSpPr/>
          <p:nvPr/>
        </p:nvCxnSpPr>
        <p:spPr>
          <a:xfrm>
            <a:off x="5478603" y="755569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BB09ED3-4E23-9167-E7E4-DA7FEFD62FD8}"/>
              </a:ext>
            </a:extLst>
          </p:cNvPr>
          <p:cNvCxnSpPr/>
          <p:nvPr/>
        </p:nvCxnSpPr>
        <p:spPr>
          <a:xfrm>
            <a:off x="7859295" y="3623932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03C4DAE-5DE7-EFD8-0857-C8AD15D884F6}"/>
              </a:ext>
            </a:extLst>
          </p:cNvPr>
          <p:cNvCxnSpPr/>
          <p:nvPr/>
        </p:nvCxnSpPr>
        <p:spPr>
          <a:xfrm>
            <a:off x="5469550" y="3638341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FF6FEF7-F9F4-3AAA-9435-B39D49ADA938}"/>
              </a:ext>
            </a:extLst>
          </p:cNvPr>
          <p:cNvCxnSpPr/>
          <p:nvPr/>
        </p:nvCxnSpPr>
        <p:spPr>
          <a:xfrm>
            <a:off x="2506928" y="3638341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左大括号 9">
            <a:extLst>
              <a:ext uri="{FF2B5EF4-FFF2-40B4-BE49-F238E27FC236}">
                <a16:creationId xmlns:a16="http://schemas.microsoft.com/office/drawing/2014/main" id="{88C09F2F-28A0-8175-428D-7814A7883345}"/>
              </a:ext>
            </a:extLst>
          </p:cNvPr>
          <p:cNvSpPr/>
          <p:nvPr/>
        </p:nvSpPr>
        <p:spPr>
          <a:xfrm rot="16200000">
            <a:off x="3875713" y="1126393"/>
            <a:ext cx="243405" cy="2962362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6D1E207-EBC1-493F-AB54-3CF5925674C0}"/>
              </a:ext>
            </a:extLst>
          </p:cNvPr>
          <p:cNvSpPr txBox="1"/>
          <p:nvPr/>
        </p:nvSpPr>
        <p:spPr>
          <a:xfrm>
            <a:off x="3009964" y="2693304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第一次中层循环</a:t>
            </a:r>
            <a:endParaRPr lang="en-US" dirty="0"/>
          </a:p>
        </p:txBody>
      </p:sp>
      <p:sp>
        <p:nvSpPr>
          <p:cNvPr id="73" name="左大括号 9">
            <a:extLst>
              <a:ext uri="{FF2B5EF4-FFF2-40B4-BE49-F238E27FC236}">
                <a16:creationId xmlns:a16="http://schemas.microsoft.com/office/drawing/2014/main" id="{F781879F-54E4-12C9-4A32-D82A27AE3812}"/>
              </a:ext>
            </a:extLst>
          </p:cNvPr>
          <p:cNvSpPr/>
          <p:nvPr/>
        </p:nvSpPr>
        <p:spPr>
          <a:xfrm rot="16200000">
            <a:off x="6818151" y="1161546"/>
            <a:ext cx="243405" cy="2909670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D040FBD-1E76-E414-6267-5464EAAB545A}"/>
              </a:ext>
            </a:extLst>
          </p:cNvPr>
          <p:cNvSpPr txBox="1"/>
          <p:nvPr/>
        </p:nvSpPr>
        <p:spPr>
          <a:xfrm>
            <a:off x="6122144" y="2690418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第二次中层循环</a:t>
            </a:r>
            <a:endParaRPr lang="en-US" dirty="0"/>
          </a:p>
        </p:txBody>
      </p:sp>
      <p:sp>
        <p:nvSpPr>
          <p:cNvPr id="75" name="左大括号 9">
            <a:extLst>
              <a:ext uri="{FF2B5EF4-FFF2-40B4-BE49-F238E27FC236}">
                <a16:creationId xmlns:a16="http://schemas.microsoft.com/office/drawing/2014/main" id="{411E80F7-BDA5-3A40-316C-F264365C6B24}"/>
              </a:ext>
            </a:extLst>
          </p:cNvPr>
          <p:cNvSpPr/>
          <p:nvPr/>
        </p:nvSpPr>
        <p:spPr>
          <a:xfrm rot="16200000">
            <a:off x="3865210" y="4050714"/>
            <a:ext cx="243405" cy="2962362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5C1FB5-674F-18A6-7676-DDCFCAD12A2D}"/>
              </a:ext>
            </a:extLst>
          </p:cNvPr>
          <p:cNvSpPr txBox="1"/>
          <p:nvPr/>
        </p:nvSpPr>
        <p:spPr>
          <a:xfrm>
            <a:off x="2999461" y="5617625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第一次中层循环</a:t>
            </a:r>
            <a:endParaRPr lang="en-US" dirty="0"/>
          </a:p>
        </p:txBody>
      </p:sp>
      <p:sp>
        <p:nvSpPr>
          <p:cNvPr id="77" name="左大括号 9">
            <a:extLst>
              <a:ext uri="{FF2B5EF4-FFF2-40B4-BE49-F238E27FC236}">
                <a16:creationId xmlns:a16="http://schemas.microsoft.com/office/drawing/2014/main" id="{133B7C8C-F551-FA1E-401D-FF1953254996}"/>
              </a:ext>
            </a:extLst>
          </p:cNvPr>
          <p:cNvSpPr/>
          <p:nvPr/>
        </p:nvSpPr>
        <p:spPr>
          <a:xfrm rot="16200000">
            <a:off x="6550455" y="4341105"/>
            <a:ext cx="243405" cy="2374278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7AEE4DB-AAEA-DE87-E486-4643AFF29059}"/>
              </a:ext>
            </a:extLst>
          </p:cNvPr>
          <p:cNvSpPr txBox="1"/>
          <p:nvPr/>
        </p:nvSpPr>
        <p:spPr>
          <a:xfrm>
            <a:off x="5877365" y="5602281"/>
            <a:ext cx="179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第二次中层循环</a:t>
            </a:r>
            <a:endParaRPr lang="en-US" dirty="0"/>
          </a:p>
        </p:txBody>
      </p:sp>
      <p:sp>
        <p:nvSpPr>
          <p:cNvPr id="79" name="左大括号 9">
            <a:extLst>
              <a:ext uri="{FF2B5EF4-FFF2-40B4-BE49-F238E27FC236}">
                <a16:creationId xmlns:a16="http://schemas.microsoft.com/office/drawing/2014/main" id="{8BC19B43-2D43-A780-8356-FA722D3AADAA}"/>
              </a:ext>
            </a:extLst>
          </p:cNvPr>
          <p:cNvSpPr/>
          <p:nvPr/>
        </p:nvSpPr>
        <p:spPr>
          <a:xfrm rot="16200000">
            <a:off x="7881415" y="5389061"/>
            <a:ext cx="243405" cy="253792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DF786A-D9D5-0301-E3F8-4CFF1DB59700}"/>
              </a:ext>
            </a:extLst>
          </p:cNvPr>
          <p:cNvSpPr txBox="1"/>
          <p:nvPr/>
        </p:nvSpPr>
        <p:spPr>
          <a:xfrm>
            <a:off x="7583324" y="5591467"/>
            <a:ext cx="179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第三次中层循环</a:t>
            </a:r>
            <a:endParaRPr lang="en-US" dirty="0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94A8A3C3-48FE-B718-D6F3-9DFBBBCBECAF}"/>
              </a:ext>
            </a:extLst>
          </p:cNvPr>
          <p:cNvSpPr/>
          <p:nvPr/>
        </p:nvSpPr>
        <p:spPr>
          <a:xfrm>
            <a:off x="7595742" y="4887129"/>
            <a:ext cx="769660" cy="200919"/>
          </a:xfrm>
          <a:custGeom>
            <a:avLst/>
            <a:gdLst>
              <a:gd name="connsiteX0" fmla="*/ 115 w 769660"/>
              <a:gd name="connsiteY0" fmla="*/ 200919 h 200919"/>
              <a:gd name="connsiteX1" fmla="*/ 126864 w 769660"/>
              <a:gd name="connsiteY1" fmla="*/ 28903 h 200919"/>
              <a:gd name="connsiteX2" fmla="*/ 769660 w 769660"/>
              <a:gd name="connsiteY2" fmla="*/ 1742 h 20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9660" h="200919">
                <a:moveTo>
                  <a:pt x="115" y="200919"/>
                </a:moveTo>
                <a:cubicBezTo>
                  <a:pt x="-639" y="131509"/>
                  <a:pt x="-1393" y="62099"/>
                  <a:pt x="126864" y="28903"/>
                </a:cubicBezTo>
                <a:cubicBezTo>
                  <a:pt x="255121" y="-4293"/>
                  <a:pt x="512390" y="-1276"/>
                  <a:pt x="769660" y="1742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F96C8E15-2FDD-8323-37BE-9C6663AA9D51}"/>
              </a:ext>
            </a:extLst>
          </p:cNvPr>
          <p:cNvSpPr/>
          <p:nvPr/>
        </p:nvSpPr>
        <p:spPr>
          <a:xfrm>
            <a:off x="7976103" y="5115208"/>
            <a:ext cx="869133" cy="217560"/>
          </a:xfrm>
          <a:custGeom>
            <a:avLst/>
            <a:gdLst>
              <a:gd name="connsiteX0" fmla="*/ 0 w 869133"/>
              <a:gd name="connsiteY0" fmla="*/ 36214 h 217560"/>
              <a:gd name="connsiteX1" fmla="*/ 289711 w 869133"/>
              <a:gd name="connsiteY1" fmla="*/ 217283 h 217560"/>
              <a:gd name="connsiteX2" fmla="*/ 869133 w 869133"/>
              <a:gd name="connsiteY2" fmla="*/ 0 h 217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9133" h="217560">
                <a:moveTo>
                  <a:pt x="0" y="36214"/>
                </a:moveTo>
                <a:cubicBezTo>
                  <a:pt x="72427" y="129766"/>
                  <a:pt x="144855" y="223319"/>
                  <a:pt x="289711" y="217283"/>
                </a:cubicBezTo>
                <a:cubicBezTo>
                  <a:pt x="434567" y="211247"/>
                  <a:pt x="651850" y="105623"/>
                  <a:pt x="869133" y="0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本框 21">
                <a:extLst>
                  <a:ext uri="{FF2B5EF4-FFF2-40B4-BE49-F238E27FC236}">
                    <a16:creationId xmlns:a16="http://schemas.microsoft.com/office/drawing/2014/main" id="{925B713A-FD9E-247B-62F6-30DEE6E4FF64}"/>
                  </a:ext>
                </a:extLst>
              </p:cNvPr>
              <p:cNvSpPr txBox="1"/>
              <p:nvPr/>
            </p:nvSpPr>
            <p:spPr>
              <a:xfrm>
                <a:off x="8298232" y="4090213"/>
                <a:ext cx="21746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int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83" name="文本框 21">
                <a:extLst>
                  <a:ext uri="{FF2B5EF4-FFF2-40B4-BE49-F238E27FC236}">
                    <a16:creationId xmlns:a16="http://schemas.microsoft.com/office/drawing/2014/main" id="{925B713A-FD9E-247B-62F6-30DEE6E4FF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8232" y="4090213"/>
                <a:ext cx="2174661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42D01D6B-7554-4A91-DC26-0426926698CE}"/>
              </a:ext>
            </a:extLst>
          </p:cNvPr>
          <p:cNvSpPr/>
          <p:nvPr/>
        </p:nvSpPr>
        <p:spPr>
          <a:xfrm>
            <a:off x="7985156" y="4454305"/>
            <a:ext cx="1321806" cy="267364"/>
          </a:xfrm>
          <a:custGeom>
            <a:avLst/>
            <a:gdLst>
              <a:gd name="connsiteX0" fmla="*/ 0 w 1321806"/>
              <a:gd name="connsiteY0" fmla="*/ 144855 h 267364"/>
              <a:gd name="connsiteX1" fmla="*/ 606583 w 1321806"/>
              <a:gd name="connsiteY1" fmla="*/ 262550 h 267364"/>
              <a:gd name="connsiteX2" fmla="*/ 1321806 w 1321806"/>
              <a:gd name="connsiteY2" fmla="*/ 0 h 267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1806" h="267364">
                <a:moveTo>
                  <a:pt x="0" y="144855"/>
                </a:moveTo>
                <a:cubicBezTo>
                  <a:pt x="193141" y="215774"/>
                  <a:pt x="386282" y="286693"/>
                  <a:pt x="606583" y="262550"/>
                </a:cubicBezTo>
                <a:cubicBezTo>
                  <a:pt x="826884" y="238408"/>
                  <a:pt x="1074345" y="119204"/>
                  <a:pt x="1321806" y="0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8392402-B57A-CF7A-264D-BD5A7FF2814D}"/>
              </a:ext>
            </a:extLst>
          </p:cNvPr>
          <p:cNvSpPr txBox="1"/>
          <p:nvPr/>
        </p:nvSpPr>
        <p:spPr>
          <a:xfrm>
            <a:off x="-54392" y="4144884"/>
            <a:ext cx="25440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在倒数第二个中层循环便应该控制声速时间步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295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箭头: 右 5">
            <a:extLst>
              <a:ext uri="{FF2B5EF4-FFF2-40B4-BE49-F238E27FC236}">
                <a16:creationId xmlns:a16="http://schemas.microsoft.com/office/drawing/2014/main" id="{64DFE264-053D-E57E-8341-B35A7419610A}"/>
              </a:ext>
            </a:extLst>
          </p:cNvPr>
          <p:cNvSpPr/>
          <p:nvPr/>
        </p:nvSpPr>
        <p:spPr>
          <a:xfrm>
            <a:off x="2506367" y="956866"/>
            <a:ext cx="5623645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文本框 7">
            <a:extLst>
              <a:ext uri="{FF2B5EF4-FFF2-40B4-BE49-F238E27FC236}">
                <a16:creationId xmlns:a16="http://schemas.microsoft.com/office/drawing/2014/main" id="{0179D6FF-D881-8574-61D1-3BF2ABF3B146}"/>
              </a:ext>
            </a:extLst>
          </p:cNvPr>
          <p:cNvSpPr txBox="1"/>
          <p:nvPr/>
        </p:nvSpPr>
        <p:spPr>
          <a:xfrm>
            <a:off x="4887754" y="1035335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6" name="左大括号 9">
            <a:extLst>
              <a:ext uri="{FF2B5EF4-FFF2-40B4-BE49-F238E27FC236}">
                <a16:creationId xmlns:a16="http://schemas.microsoft.com/office/drawing/2014/main" id="{BFB719B0-9141-0FFE-9C7E-316EE1786CA7}"/>
              </a:ext>
            </a:extLst>
          </p:cNvPr>
          <p:cNvSpPr/>
          <p:nvPr/>
        </p:nvSpPr>
        <p:spPr>
          <a:xfrm rot="5400000">
            <a:off x="5206354" y="-1976661"/>
            <a:ext cx="243405" cy="5623644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框 10">
            <a:extLst>
              <a:ext uri="{FF2B5EF4-FFF2-40B4-BE49-F238E27FC236}">
                <a16:creationId xmlns:a16="http://schemas.microsoft.com/office/drawing/2014/main" id="{EE64A98B-1F50-C433-55B2-13DF53C54992}"/>
              </a:ext>
            </a:extLst>
          </p:cNvPr>
          <p:cNvSpPr txBox="1"/>
          <p:nvPr/>
        </p:nvSpPr>
        <p:spPr>
          <a:xfrm>
            <a:off x="4475507" y="285089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8" name="直接箭头连接符 12">
            <a:extLst>
              <a:ext uri="{FF2B5EF4-FFF2-40B4-BE49-F238E27FC236}">
                <a16:creationId xmlns:a16="http://schemas.microsoft.com/office/drawing/2014/main" id="{11F486F1-2E2D-A9A7-690D-8BBE562485FC}"/>
              </a:ext>
            </a:extLst>
          </p:cNvPr>
          <p:cNvCxnSpPr>
            <a:cxnSpLocks/>
          </p:cNvCxnSpPr>
          <p:nvPr/>
        </p:nvCxnSpPr>
        <p:spPr>
          <a:xfrm flipV="1">
            <a:off x="2506367" y="1647423"/>
            <a:ext cx="2381387" cy="1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20">
                <a:extLst>
                  <a:ext uri="{FF2B5EF4-FFF2-40B4-BE49-F238E27FC236}">
                    <a16:creationId xmlns:a16="http://schemas.microsoft.com/office/drawing/2014/main" id="{DE58C8F5-A0D2-0513-9490-CAAB6872D14B}"/>
                  </a:ext>
                </a:extLst>
              </p:cNvPr>
              <p:cNvSpPr txBox="1"/>
              <p:nvPr/>
            </p:nvSpPr>
            <p:spPr>
              <a:xfrm>
                <a:off x="3378556" y="1647423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9" name="文本框 20">
                <a:extLst>
                  <a:ext uri="{FF2B5EF4-FFF2-40B4-BE49-F238E27FC236}">
                    <a16:creationId xmlns:a16="http://schemas.microsoft.com/office/drawing/2014/main" id="{DE58C8F5-A0D2-0513-9490-CAAB6872D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8556" y="1647423"/>
                <a:ext cx="6370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21">
                <a:extLst>
                  <a:ext uri="{FF2B5EF4-FFF2-40B4-BE49-F238E27FC236}">
                    <a16:creationId xmlns:a16="http://schemas.microsoft.com/office/drawing/2014/main" id="{8B12A540-8F59-9F48-03F8-E34BF931808B}"/>
                  </a:ext>
                </a:extLst>
              </p:cNvPr>
              <p:cNvSpPr txBox="1"/>
              <p:nvPr/>
            </p:nvSpPr>
            <p:spPr>
              <a:xfrm>
                <a:off x="6563058" y="1615474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0" name="文本框 21">
                <a:extLst>
                  <a:ext uri="{FF2B5EF4-FFF2-40B4-BE49-F238E27FC236}">
                    <a16:creationId xmlns:a16="http://schemas.microsoft.com/office/drawing/2014/main" id="{8B12A540-8F59-9F48-03F8-E34BF9318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058" y="1615474"/>
                <a:ext cx="63700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接箭头连接符 22">
            <a:extLst>
              <a:ext uri="{FF2B5EF4-FFF2-40B4-BE49-F238E27FC236}">
                <a16:creationId xmlns:a16="http://schemas.microsoft.com/office/drawing/2014/main" id="{531A180A-2D21-B018-4D12-CF4040BF3CEE}"/>
              </a:ext>
            </a:extLst>
          </p:cNvPr>
          <p:cNvCxnSpPr>
            <a:cxnSpLocks/>
          </p:cNvCxnSpPr>
          <p:nvPr/>
        </p:nvCxnSpPr>
        <p:spPr>
          <a:xfrm>
            <a:off x="2516235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28">
                <a:extLst>
                  <a:ext uri="{FF2B5EF4-FFF2-40B4-BE49-F238E27FC236}">
                    <a16:creationId xmlns:a16="http://schemas.microsoft.com/office/drawing/2014/main" id="{04EDD95C-B290-8A14-0A11-ADD1D77025CD}"/>
                  </a:ext>
                </a:extLst>
              </p:cNvPr>
              <p:cNvSpPr txBox="1"/>
              <p:nvPr/>
            </p:nvSpPr>
            <p:spPr>
              <a:xfrm>
                <a:off x="2654980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2" name="文本框 28">
                <a:extLst>
                  <a:ext uri="{FF2B5EF4-FFF2-40B4-BE49-F238E27FC236}">
                    <a16:creationId xmlns:a16="http://schemas.microsoft.com/office/drawing/2014/main" id="{04EDD95C-B290-8A14-0A11-ADD1D7702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4980" y="2150081"/>
                <a:ext cx="6370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29">
                <a:extLst>
                  <a:ext uri="{FF2B5EF4-FFF2-40B4-BE49-F238E27FC236}">
                    <a16:creationId xmlns:a16="http://schemas.microsoft.com/office/drawing/2014/main" id="{3AE38834-17E7-7672-4B93-85F62285A007}"/>
                  </a:ext>
                </a:extLst>
              </p:cNvPr>
              <p:cNvSpPr txBox="1"/>
              <p:nvPr/>
            </p:nvSpPr>
            <p:spPr>
              <a:xfrm>
                <a:off x="3576991" y="215642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3" name="文本框 29">
                <a:extLst>
                  <a:ext uri="{FF2B5EF4-FFF2-40B4-BE49-F238E27FC236}">
                    <a16:creationId xmlns:a16="http://schemas.microsoft.com/office/drawing/2014/main" id="{3AE38834-17E7-7672-4B93-85F62285A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991" y="2156428"/>
                <a:ext cx="63700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30">
                <a:extLst>
                  <a:ext uri="{FF2B5EF4-FFF2-40B4-BE49-F238E27FC236}">
                    <a16:creationId xmlns:a16="http://schemas.microsoft.com/office/drawing/2014/main" id="{09198C1B-0E27-2F28-2026-2136B785D6D0}"/>
                  </a:ext>
                </a:extLst>
              </p:cNvPr>
              <p:cNvSpPr txBox="1"/>
              <p:nvPr/>
            </p:nvSpPr>
            <p:spPr>
              <a:xfrm>
                <a:off x="4638523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14" name="文本框 30">
                <a:extLst>
                  <a:ext uri="{FF2B5EF4-FFF2-40B4-BE49-F238E27FC236}">
                    <a16:creationId xmlns:a16="http://schemas.microsoft.com/office/drawing/2014/main" id="{09198C1B-0E27-2F28-2026-2136B785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523" y="2150081"/>
                <a:ext cx="63700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接箭头连接符 12">
            <a:extLst>
              <a:ext uri="{FF2B5EF4-FFF2-40B4-BE49-F238E27FC236}">
                <a16:creationId xmlns:a16="http://schemas.microsoft.com/office/drawing/2014/main" id="{3D34F19A-4C5A-F2D9-9919-F061AA7DCD77}"/>
              </a:ext>
            </a:extLst>
          </p:cNvPr>
          <p:cNvCxnSpPr>
            <a:cxnSpLocks/>
          </p:cNvCxnSpPr>
          <p:nvPr/>
        </p:nvCxnSpPr>
        <p:spPr>
          <a:xfrm flipV="1">
            <a:off x="5478603" y="1636084"/>
            <a:ext cx="2381387" cy="1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22">
            <a:extLst>
              <a:ext uri="{FF2B5EF4-FFF2-40B4-BE49-F238E27FC236}">
                <a16:creationId xmlns:a16="http://schemas.microsoft.com/office/drawing/2014/main" id="{F844DEA9-455A-F91E-0836-C2C85715F6F3}"/>
              </a:ext>
            </a:extLst>
          </p:cNvPr>
          <p:cNvCxnSpPr>
            <a:cxnSpLocks/>
          </p:cNvCxnSpPr>
          <p:nvPr/>
        </p:nvCxnSpPr>
        <p:spPr>
          <a:xfrm>
            <a:off x="3503691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8" name="直接箭头连接符 22">
            <a:extLst>
              <a:ext uri="{FF2B5EF4-FFF2-40B4-BE49-F238E27FC236}">
                <a16:creationId xmlns:a16="http://schemas.microsoft.com/office/drawing/2014/main" id="{D7D8823A-1E1D-739C-E410-893B177D978A}"/>
              </a:ext>
            </a:extLst>
          </p:cNvPr>
          <p:cNvCxnSpPr>
            <a:cxnSpLocks/>
          </p:cNvCxnSpPr>
          <p:nvPr/>
        </p:nvCxnSpPr>
        <p:spPr>
          <a:xfrm>
            <a:off x="4491147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9" name="直接箭头连接符 22">
            <a:extLst>
              <a:ext uri="{FF2B5EF4-FFF2-40B4-BE49-F238E27FC236}">
                <a16:creationId xmlns:a16="http://schemas.microsoft.com/office/drawing/2014/main" id="{9571EF1D-DC2C-E74A-B3B4-41A10D3FBA5D}"/>
              </a:ext>
            </a:extLst>
          </p:cNvPr>
          <p:cNvCxnSpPr>
            <a:cxnSpLocks/>
          </p:cNvCxnSpPr>
          <p:nvPr/>
        </p:nvCxnSpPr>
        <p:spPr>
          <a:xfrm>
            <a:off x="5478603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0" name="直接箭头连接符 22">
            <a:extLst>
              <a:ext uri="{FF2B5EF4-FFF2-40B4-BE49-F238E27FC236}">
                <a16:creationId xmlns:a16="http://schemas.microsoft.com/office/drawing/2014/main" id="{DE3581A9-DB48-2DAE-FCEF-3DEC6EAB19D0}"/>
              </a:ext>
            </a:extLst>
          </p:cNvPr>
          <p:cNvCxnSpPr>
            <a:cxnSpLocks/>
          </p:cNvCxnSpPr>
          <p:nvPr/>
        </p:nvCxnSpPr>
        <p:spPr>
          <a:xfrm>
            <a:off x="6419775" y="2188323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1" name="直接箭头连接符 22">
            <a:extLst>
              <a:ext uri="{FF2B5EF4-FFF2-40B4-BE49-F238E27FC236}">
                <a16:creationId xmlns:a16="http://schemas.microsoft.com/office/drawing/2014/main" id="{20D90118-8EB4-996E-1AFD-E6CC22EFC581}"/>
              </a:ext>
            </a:extLst>
          </p:cNvPr>
          <p:cNvCxnSpPr>
            <a:cxnSpLocks/>
          </p:cNvCxnSpPr>
          <p:nvPr/>
        </p:nvCxnSpPr>
        <p:spPr>
          <a:xfrm>
            <a:off x="7407231" y="2188323"/>
            <a:ext cx="7438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4A8309E-3E43-6B3A-6630-7B642011764F}"/>
              </a:ext>
            </a:extLst>
          </p:cNvPr>
          <p:cNvCxnSpPr/>
          <p:nvPr/>
        </p:nvCxnSpPr>
        <p:spPr>
          <a:xfrm>
            <a:off x="8151057" y="759832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30">
                <a:extLst>
                  <a:ext uri="{FF2B5EF4-FFF2-40B4-BE49-F238E27FC236}">
                    <a16:creationId xmlns:a16="http://schemas.microsoft.com/office/drawing/2014/main" id="{516AC5CE-5CF6-50F5-00A2-2B93F5359E79}"/>
                  </a:ext>
                </a:extLst>
              </p:cNvPr>
              <p:cNvSpPr txBox="1"/>
              <p:nvPr/>
            </p:nvSpPr>
            <p:spPr>
              <a:xfrm>
                <a:off x="5625462" y="2161420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24" name="文本框 30">
                <a:extLst>
                  <a:ext uri="{FF2B5EF4-FFF2-40B4-BE49-F238E27FC236}">
                    <a16:creationId xmlns:a16="http://schemas.microsoft.com/office/drawing/2014/main" id="{516AC5CE-5CF6-50F5-00A2-2B93F5359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462" y="2161420"/>
                <a:ext cx="63700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30">
                <a:extLst>
                  <a:ext uri="{FF2B5EF4-FFF2-40B4-BE49-F238E27FC236}">
                    <a16:creationId xmlns:a16="http://schemas.microsoft.com/office/drawing/2014/main" id="{FB1A77E2-4372-12CF-6EF1-80EAB3146F64}"/>
                  </a:ext>
                </a:extLst>
              </p:cNvPr>
              <p:cNvSpPr txBox="1"/>
              <p:nvPr/>
            </p:nvSpPr>
            <p:spPr>
              <a:xfrm>
                <a:off x="6628037" y="215008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25" name="文本框 30">
                <a:extLst>
                  <a:ext uri="{FF2B5EF4-FFF2-40B4-BE49-F238E27FC236}">
                    <a16:creationId xmlns:a16="http://schemas.microsoft.com/office/drawing/2014/main" id="{FB1A77E2-4372-12CF-6EF1-80EAB3146F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37" y="2150081"/>
                <a:ext cx="63700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6658B7F-638D-8642-DD83-665487BAF5FB}"/>
              </a:ext>
            </a:extLst>
          </p:cNvPr>
          <p:cNvCxnSpPr/>
          <p:nvPr/>
        </p:nvCxnSpPr>
        <p:spPr>
          <a:xfrm>
            <a:off x="2506367" y="713458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F79D7D1-1FA8-4F62-3B25-E8805D9BEFF6}"/>
              </a:ext>
            </a:extLst>
          </p:cNvPr>
          <p:cNvCxnSpPr/>
          <p:nvPr/>
        </p:nvCxnSpPr>
        <p:spPr>
          <a:xfrm>
            <a:off x="5478603" y="755569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左大括号 9">
            <a:extLst>
              <a:ext uri="{FF2B5EF4-FFF2-40B4-BE49-F238E27FC236}">
                <a16:creationId xmlns:a16="http://schemas.microsoft.com/office/drawing/2014/main" id="{A832C00A-BC99-A846-B72E-2EA515F29F32}"/>
              </a:ext>
            </a:extLst>
          </p:cNvPr>
          <p:cNvSpPr/>
          <p:nvPr/>
        </p:nvSpPr>
        <p:spPr>
          <a:xfrm rot="16200000">
            <a:off x="3875713" y="1126393"/>
            <a:ext cx="243405" cy="2962362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5C1D1D-DD92-16A2-BE51-9CA6E7E98841}"/>
              </a:ext>
            </a:extLst>
          </p:cNvPr>
          <p:cNvSpPr txBox="1"/>
          <p:nvPr/>
        </p:nvSpPr>
        <p:spPr>
          <a:xfrm>
            <a:off x="3009964" y="2693304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第一次中层循环</a:t>
            </a:r>
            <a:endParaRPr lang="en-US" dirty="0"/>
          </a:p>
        </p:txBody>
      </p:sp>
      <p:sp>
        <p:nvSpPr>
          <p:cNvPr id="30" name="左大括号 9">
            <a:extLst>
              <a:ext uri="{FF2B5EF4-FFF2-40B4-BE49-F238E27FC236}">
                <a16:creationId xmlns:a16="http://schemas.microsoft.com/office/drawing/2014/main" id="{C47D4E08-6075-A4E3-51DD-C08A74CF2AD1}"/>
              </a:ext>
            </a:extLst>
          </p:cNvPr>
          <p:cNvSpPr/>
          <p:nvPr/>
        </p:nvSpPr>
        <p:spPr>
          <a:xfrm rot="16200000">
            <a:off x="6696336" y="1283361"/>
            <a:ext cx="243405" cy="2666040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27D320-B661-3543-2ABD-3E809594204B}"/>
              </a:ext>
            </a:extLst>
          </p:cNvPr>
          <p:cNvSpPr txBox="1"/>
          <p:nvPr/>
        </p:nvSpPr>
        <p:spPr>
          <a:xfrm>
            <a:off x="5947482" y="2690418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第二次中层循环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本框 21">
                <a:extLst>
                  <a:ext uri="{FF2B5EF4-FFF2-40B4-BE49-F238E27FC236}">
                    <a16:creationId xmlns:a16="http://schemas.microsoft.com/office/drawing/2014/main" id="{989FB251-88C8-18AF-3D89-FB446CC83A42}"/>
                  </a:ext>
                </a:extLst>
              </p:cNvPr>
              <p:cNvSpPr txBox="1"/>
              <p:nvPr/>
            </p:nvSpPr>
            <p:spPr>
              <a:xfrm>
                <a:off x="7429295" y="2150081"/>
                <a:ext cx="21746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int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4" name="文本框 21">
                <a:extLst>
                  <a:ext uri="{FF2B5EF4-FFF2-40B4-BE49-F238E27FC236}">
                    <a16:creationId xmlns:a16="http://schemas.microsoft.com/office/drawing/2014/main" id="{989FB251-88C8-18AF-3D89-FB446CC83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295" y="2150081"/>
                <a:ext cx="2174661" cy="369332"/>
              </a:xfrm>
              <a:prstGeom prst="rect">
                <a:avLst/>
              </a:prstGeom>
              <a:blipFill>
                <a:blip r:embed="rId9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箭头: 右 5">
            <a:extLst>
              <a:ext uri="{FF2B5EF4-FFF2-40B4-BE49-F238E27FC236}">
                <a16:creationId xmlns:a16="http://schemas.microsoft.com/office/drawing/2014/main" id="{AD3D575E-25C9-41AA-8176-511A0A7E7ACC}"/>
              </a:ext>
            </a:extLst>
          </p:cNvPr>
          <p:cNvSpPr/>
          <p:nvPr/>
        </p:nvSpPr>
        <p:spPr>
          <a:xfrm>
            <a:off x="2506367" y="3843814"/>
            <a:ext cx="5623645" cy="5262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文本框 7">
            <a:extLst>
              <a:ext uri="{FF2B5EF4-FFF2-40B4-BE49-F238E27FC236}">
                <a16:creationId xmlns:a16="http://schemas.microsoft.com/office/drawing/2014/main" id="{EE52DFB8-7F38-0662-A39A-06461B7C1737}"/>
              </a:ext>
            </a:extLst>
          </p:cNvPr>
          <p:cNvSpPr txBox="1"/>
          <p:nvPr/>
        </p:nvSpPr>
        <p:spPr>
          <a:xfrm>
            <a:off x="4887754" y="3922283"/>
            <a:ext cx="10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Output1</a:t>
            </a:r>
          </a:p>
        </p:txBody>
      </p:sp>
      <p:sp>
        <p:nvSpPr>
          <p:cNvPr id="64" name="左大括号 9">
            <a:extLst>
              <a:ext uri="{FF2B5EF4-FFF2-40B4-BE49-F238E27FC236}">
                <a16:creationId xmlns:a16="http://schemas.microsoft.com/office/drawing/2014/main" id="{860BC360-C662-01D2-ABCF-CA326A730A80}"/>
              </a:ext>
            </a:extLst>
          </p:cNvPr>
          <p:cNvSpPr/>
          <p:nvPr/>
        </p:nvSpPr>
        <p:spPr>
          <a:xfrm rot="5400000">
            <a:off x="5206354" y="910287"/>
            <a:ext cx="243405" cy="5623644"/>
          </a:xfrm>
          <a:prstGeom prst="leftBrace">
            <a:avLst>
              <a:gd name="adj1" fmla="val 48873"/>
              <a:gd name="adj2" fmla="val 501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文本框 10">
            <a:extLst>
              <a:ext uri="{FF2B5EF4-FFF2-40B4-BE49-F238E27FC236}">
                <a16:creationId xmlns:a16="http://schemas.microsoft.com/office/drawing/2014/main" id="{871C4A11-AFFF-07BB-43F8-325D9C732C98}"/>
              </a:ext>
            </a:extLst>
          </p:cNvPr>
          <p:cNvSpPr txBox="1"/>
          <p:nvPr/>
        </p:nvSpPr>
        <p:spPr>
          <a:xfrm>
            <a:off x="4475507" y="3172037"/>
            <a:ext cx="2097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output_interval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66" name="直接箭头连接符 12">
            <a:extLst>
              <a:ext uri="{FF2B5EF4-FFF2-40B4-BE49-F238E27FC236}">
                <a16:creationId xmlns:a16="http://schemas.microsoft.com/office/drawing/2014/main" id="{51A9DEEB-9EE8-FC96-D6FC-F2E0367C8637}"/>
              </a:ext>
            </a:extLst>
          </p:cNvPr>
          <p:cNvCxnSpPr>
            <a:cxnSpLocks/>
          </p:cNvCxnSpPr>
          <p:nvPr/>
        </p:nvCxnSpPr>
        <p:spPr>
          <a:xfrm>
            <a:off x="2506367" y="4545710"/>
            <a:ext cx="27691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本框 20">
                <a:extLst>
                  <a:ext uri="{FF2B5EF4-FFF2-40B4-BE49-F238E27FC236}">
                    <a16:creationId xmlns:a16="http://schemas.microsoft.com/office/drawing/2014/main" id="{1D52D211-EC84-AEB5-815F-0748DCB0CFA4}"/>
                  </a:ext>
                </a:extLst>
              </p:cNvPr>
              <p:cNvSpPr txBox="1"/>
              <p:nvPr/>
            </p:nvSpPr>
            <p:spPr>
              <a:xfrm>
                <a:off x="3572445" y="4534371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67" name="文本框 20">
                <a:extLst>
                  <a:ext uri="{FF2B5EF4-FFF2-40B4-BE49-F238E27FC236}">
                    <a16:creationId xmlns:a16="http://schemas.microsoft.com/office/drawing/2014/main" id="{1D52D211-EC84-AEB5-815F-0748DCB0C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2445" y="4534371"/>
                <a:ext cx="637008" cy="369332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本框 21">
                <a:extLst>
                  <a:ext uri="{FF2B5EF4-FFF2-40B4-BE49-F238E27FC236}">
                    <a16:creationId xmlns:a16="http://schemas.microsoft.com/office/drawing/2014/main" id="{ED206E18-33BE-42C6-0994-A801069C7A39}"/>
                  </a:ext>
                </a:extLst>
              </p:cNvPr>
              <p:cNvSpPr txBox="1"/>
              <p:nvPr/>
            </p:nvSpPr>
            <p:spPr>
              <a:xfrm>
                <a:off x="6556799" y="4502422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68" name="文本框 21">
                <a:extLst>
                  <a:ext uri="{FF2B5EF4-FFF2-40B4-BE49-F238E27FC236}">
                    <a16:creationId xmlns:a16="http://schemas.microsoft.com/office/drawing/2014/main" id="{ED206E18-33BE-42C6-0994-A801069C7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6799" y="4502422"/>
                <a:ext cx="637008" cy="369332"/>
              </a:xfrm>
              <a:prstGeom prst="rect">
                <a:avLst/>
              </a:prstGeom>
              <a:blipFill>
                <a:blip r:embed="rId11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接箭头连接符 22">
            <a:extLst>
              <a:ext uri="{FF2B5EF4-FFF2-40B4-BE49-F238E27FC236}">
                <a16:creationId xmlns:a16="http://schemas.microsoft.com/office/drawing/2014/main" id="{D02487BB-B596-6DCC-D54C-6B9345449034}"/>
              </a:ext>
            </a:extLst>
          </p:cNvPr>
          <p:cNvCxnSpPr>
            <a:cxnSpLocks/>
          </p:cNvCxnSpPr>
          <p:nvPr/>
        </p:nvCxnSpPr>
        <p:spPr>
          <a:xfrm>
            <a:off x="2516235" y="5075271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本框 28">
                <a:extLst>
                  <a:ext uri="{FF2B5EF4-FFF2-40B4-BE49-F238E27FC236}">
                    <a16:creationId xmlns:a16="http://schemas.microsoft.com/office/drawing/2014/main" id="{37C21967-473F-A1A5-334A-367F49E8524B}"/>
                  </a:ext>
                </a:extLst>
              </p:cNvPr>
              <p:cNvSpPr txBox="1"/>
              <p:nvPr/>
            </p:nvSpPr>
            <p:spPr>
              <a:xfrm>
                <a:off x="2654980" y="5037029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70" name="文本框 28">
                <a:extLst>
                  <a:ext uri="{FF2B5EF4-FFF2-40B4-BE49-F238E27FC236}">
                    <a16:creationId xmlns:a16="http://schemas.microsoft.com/office/drawing/2014/main" id="{37C21967-473F-A1A5-334A-367F49E85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4980" y="5037029"/>
                <a:ext cx="63700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本框 29">
                <a:extLst>
                  <a:ext uri="{FF2B5EF4-FFF2-40B4-BE49-F238E27FC236}">
                    <a16:creationId xmlns:a16="http://schemas.microsoft.com/office/drawing/2014/main" id="{CEB4103A-12CA-0673-53E4-E30122B40957}"/>
                  </a:ext>
                </a:extLst>
              </p:cNvPr>
              <p:cNvSpPr txBox="1"/>
              <p:nvPr/>
            </p:nvSpPr>
            <p:spPr>
              <a:xfrm>
                <a:off x="3576991" y="5043376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71" name="文本框 29">
                <a:extLst>
                  <a:ext uri="{FF2B5EF4-FFF2-40B4-BE49-F238E27FC236}">
                    <a16:creationId xmlns:a16="http://schemas.microsoft.com/office/drawing/2014/main" id="{CEB4103A-12CA-0673-53E4-E30122B409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991" y="5043376"/>
                <a:ext cx="63700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本框 30">
                <a:extLst>
                  <a:ext uri="{FF2B5EF4-FFF2-40B4-BE49-F238E27FC236}">
                    <a16:creationId xmlns:a16="http://schemas.microsoft.com/office/drawing/2014/main" id="{44F37B08-56D8-B16F-1599-60CEDD335DB8}"/>
                  </a:ext>
                </a:extLst>
              </p:cNvPr>
              <p:cNvSpPr txBox="1"/>
              <p:nvPr/>
            </p:nvSpPr>
            <p:spPr>
              <a:xfrm>
                <a:off x="4638523" y="5037029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72" name="文本框 30">
                <a:extLst>
                  <a:ext uri="{FF2B5EF4-FFF2-40B4-BE49-F238E27FC236}">
                    <a16:creationId xmlns:a16="http://schemas.microsoft.com/office/drawing/2014/main" id="{44F37B08-56D8-B16F-1599-60CEDD335D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523" y="5037029"/>
                <a:ext cx="63700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直接箭头连接符 22">
            <a:extLst>
              <a:ext uri="{FF2B5EF4-FFF2-40B4-BE49-F238E27FC236}">
                <a16:creationId xmlns:a16="http://schemas.microsoft.com/office/drawing/2014/main" id="{034DCC87-A85C-C344-0AF5-C5C1CCE3C37F}"/>
              </a:ext>
            </a:extLst>
          </p:cNvPr>
          <p:cNvCxnSpPr>
            <a:cxnSpLocks/>
          </p:cNvCxnSpPr>
          <p:nvPr/>
        </p:nvCxnSpPr>
        <p:spPr>
          <a:xfrm>
            <a:off x="3503691" y="5075271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5" name="直接箭头连接符 22">
            <a:extLst>
              <a:ext uri="{FF2B5EF4-FFF2-40B4-BE49-F238E27FC236}">
                <a16:creationId xmlns:a16="http://schemas.microsoft.com/office/drawing/2014/main" id="{CAEE1099-52CF-CD16-80DE-1F4A47FA8476}"/>
              </a:ext>
            </a:extLst>
          </p:cNvPr>
          <p:cNvCxnSpPr>
            <a:cxnSpLocks/>
          </p:cNvCxnSpPr>
          <p:nvPr/>
        </p:nvCxnSpPr>
        <p:spPr>
          <a:xfrm>
            <a:off x="4491147" y="5075271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6" name="直接箭头连接符 22">
            <a:extLst>
              <a:ext uri="{FF2B5EF4-FFF2-40B4-BE49-F238E27FC236}">
                <a16:creationId xmlns:a16="http://schemas.microsoft.com/office/drawing/2014/main" id="{503A194D-D3E3-1B29-E960-FC7616DF001C}"/>
              </a:ext>
            </a:extLst>
          </p:cNvPr>
          <p:cNvCxnSpPr>
            <a:cxnSpLocks/>
          </p:cNvCxnSpPr>
          <p:nvPr/>
        </p:nvCxnSpPr>
        <p:spPr>
          <a:xfrm>
            <a:off x="5478603" y="5075271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7" name="直接箭头连接符 22">
            <a:extLst>
              <a:ext uri="{FF2B5EF4-FFF2-40B4-BE49-F238E27FC236}">
                <a16:creationId xmlns:a16="http://schemas.microsoft.com/office/drawing/2014/main" id="{F3946E30-4A29-5FD3-2AD3-973D50F8B74A}"/>
              </a:ext>
            </a:extLst>
          </p:cNvPr>
          <p:cNvCxnSpPr>
            <a:cxnSpLocks/>
          </p:cNvCxnSpPr>
          <p:nvPr/>
        </p:nvCxnSpPr>
        <p:spPr>
          <a:xfrm>
            <a:off x="6419775" y="5075271"/>
            <a:ext cx="9874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8" name="直接箭头连接符 22">
            <a:extLst>
              <a:ext uri="{FF2B5EF4-FFF2-40B4-BE49-F238E27FC236}">
                <a16:creationId xmlns:a16="http://schemas.microsoft.com/office/drawing/2014/main" id="{04ED665A-224E-92D5-550B-E90226E6C5B4}"/>
              </a:ext>
            </a:extLst>
          </p:cNvPr>
          <p:cNvCxnSpPr>
            <a:cxnSpLocks/>
          </p:cNvCxnSpPr>
          <p:nvPr/>
        </p:nvCxnSpPr>
        <p:spPr>
          <a:xfrm>
            <a:off x="7407231" y="5075271"/>
            <a:ext cx="7438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67E9D91-F42B-9BFD-BAE9-2BB256409D32}"/>
              </a:ext>
            </a:extLst>
          </p:cNvPr>
          <p:cNvCxnSpPr/>
          <p:nvPr/>
        </p:nvCxnSpPr>
        <p:spPr>
          <a:xfrm>
            <a:off x="8151057" y="3646780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本框 30">
                <a:extLst>
                  <a:ext uri="{FF2B5EF4-FFF2-40B4-BE49-F238E27FC236}">
                    <a16:creationId xmlns:a16="http://schemas.microsoft.com/office/drawing/2014/main" id="{A10B9FF4-7AF1-C63D-EA7C-4D90942F5CD7}"/>
                  </a:ext>
                </a:extLst>
              </p:cNvPr>
              <p:cNvSpPr txBox="1"/>
              <p:nvPr/>
            </p:nvSpPr>
            <p:spPr>
              <a:xfrm>
                <a:off x="5625462" y="5048368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80" name="文本框 30">
                <a:extLst>
                  <a:ext uri="{FF2B5EF4-FFF2-40B4-BE49-F238E27FC236}">
                    <a16:creationId xmlns:a16="http://schemas.microsoft.com/office/drawing/2014/main" id="{A10B9FF4-7AF1-C63D-EA7C-4D90942F5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462" y="5048368"/>
                <a:ext cx="63700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文本框 30">
                <a:extLst>
                  <a:ext uri="{FF2B5EF4-FFF2-40B4-BE49-F238E27FC236}">
                    <a16:creationId xmlns:a16="http://schemas.microsoft.com/office/drawing/2014/main" id="{C2FADAB3-B460-C440-527C-15668D38DB23}"/>
                  </a:ext>
                </a:extLst>
              </p:cNvPr>
              <p:cNvSpPr txBox="1"/>
              <p:nvPr/>
            </p:nvSpPr>
            <p:spPr>
              <a:xfrm>
                <a:off x="6628037" y="5037029"/>
                <a:ext cx="63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ac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81" name="文本框 30">
                <a:extLst>
                  <a:ext uri="{FF2B5EF4-FFF2-40B4-BE49-F238E27FC236}">
                    <a16:creationId xmlns:a16="http://schemas.microsoft.com/office/drawing/2014/main" id="{C2FADAB3-B460-C440-527C-15668D38D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037" y="5037029"/>
                <a:ext cx="63700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5662276-E680-AC3A-5178-C838A5FE8C7F}"/>
              </a:ext>
            </a:extLst>
          </p:cNvPr>
          <p:cNvCxnSpPr/>
          <p:nvPr/>
        </p:nvCxnSpPr>
        <p:spPr>
          <a:xfrm>
            <a:off x="2506367" y="3600406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8F4B909-2217-4F3A-F604-CF3F3377D42C}"/>
              </a:ext>
            </a:extLst>
          </p:cNvPr>
          <p:cNvCxnSpPr/>
          <p:nvPr/>
        </p:nvCxnSpPr>
        <p:spPr>
          <a:xfrm>
            <a:off x="5458725" y="3642517"/>
            <a:ext cx="0" cy="17112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左大括号 9">
            <a:extLst>
              <a:ext uri="{FF2B5EF4-FFF2-40B4-BE49-F238E27FC236}">
                <a16:creationId xmlns:a16="http://schemas.microsoft.com/office/drawing/2014/main" id="{9EC3DCD0-F82D-954C-1FD9-BEB65D877F94}"/>
              </a:ext>
            </a:extLst>
          </p:cNvPr>
          <p:cNvSpPr/>
          <p:nvPr/>
        </p:nvSpPr>
        <p:spPr>
          <a:xfrm rot="16200000">
            <a:off x="3865354" y="4023700"/>
            <a:ext cx="243405" cy="2941643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9C9C60-AF80-11F6-C835-A5DD1BD75730}"/>
              </a:ext>
            </a:extLst>
          </p:cNvPr>
          <p:cNvSpPr txBox="1"/>
          <p:nvPr/>
        </p:nvSpPr>
        <p:spPr>
          <a:xfrm>
            <a:off x="3580086" y="5580252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第一次中层循环</a:t>
            </a:r>
            <a:endParaRPr lang="en-US" dirty="0"/>
          </a:p>
        </p:txBody>
      </p:sp>
      <p:sp>
        <p:nvSpPr>
          <p:cNvPr id="86" name="左大括号 9">
            <a:extLst>
              <a:ext uri="{FF2B5EF4-FFF2-40B4-BE49-F238E27FC236}">
                <a16:creationId xmlns:a16="http://schemas.microsoft.com/office/drawing/2014/main" id="{36A8B5FC-BBBD-7504-0C92-1AADB7BE0499}"/>
              </a:ext>
            </a:extLst>
          </p:cNvPr>
          <p:cNvSpPr/>
          <p:nvPr/>
        </p:nvSpPr>
        <p:spPr>
          <a:xfrm rot="16200000">
            <a:off x="6676253" y="4165417"/>
            <a:ext cx="243405" cy="2638713"/>
          </a:xfrm>
          <a:prstGeom prst="leftBrace">
            <a:avLst>
              <a:gd name="adj1" fmla="val 48873"/>
              <a:gd name="adj2" fmla="val 501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9706FE-CD2D-57CF-668F-CA4346B11E11}"/>
              </a:ext>
            </a:extLst>
          </p:cNvPr>
          <p:cNvSpPr txBox="1"/>
          <p:nvPr/>
        </p:nvSpPr>
        <p:spPr>
          <a:xfrm>
            <a:off x="5947482" y="5577366"/>
            <a:ext cx="187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第二次中层循环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文本框 21">
                <a:extLst>
                  <a:ext uri="{FF2B5EF4-FFF2-40B4-BE49-F238E27FC236}">
                    <a16:creationId xmlns:a16="http://schemas.microsoft.com/office/drawing/2014/main" id="{4D6F7BD9-D472-8E0C-79DF-FFD829D9254A}"/>
                  </a:ext>
                </a:extLst>
              </p:cNvPr>
              <p:cNvSpPr txBox="1"/>
              <p:nvPr/>
            </p:nvSpPr>
            <p:spPr>
              <a:xfrm>
                <a:off x="7323227" y="5043783"/>
                <a:ext cx="21746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int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88" name="文本框 21">
                <a:extLst>
                  <a:ext uri="{FF2B5EF4-FFF2-40B4-BE49-F238E27FC236}">
                    <a16:creationId xmlns:a16="http://schemas.microsoft.com/office/drawing/2014/main" id="{4D6F7BD9-D472-8E0C-79DF-FFD829D92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3227" y="5043783"/>
                <a:ext cx="2174661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直接箭头连接符 12">
            <a:extLst>
              <a:ext uri="{FF2B5EF4-FFF2-40B4-BE49-F238E27FC236}">
                <a16:creationId xmlns:a16="http://schemas.microsoft.com/office/drawing/2014/main" id="{520C68C0-93EC-9FEF-8F74-311B6CB416F2}"/>
              </a:ext>
            </a:extLst>
          </p:cNvPr>
          <p:cNvCxnSpPr>
            <a:cxnSpLocks/>
          </p:cNvCxnSpPr>
          <p:nvPr/>
        </p:nvCxnSpPr>
        <p:spPr>
          <a:xfrm>
            <a:off x="5457876" y="4545710"/>
            <a:ext cx="32914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9342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368</Words>
  <Application>Microsoft Office PowerPoint</Application>
  <PresentationFormat>Widescreen</PresentationFormat>
  <Paragraphs>87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Jasmine Feng</dc:creator>
  <cp:lastModifiedBy>Jasmine Feng</cp:lastModifiedBy>
  <cp:revision>11</cp:revision>
  <dcterms:created xsi:type="dcterms:W3CDTF">2025-12-13T05:43:15Z</dcterms:created>
  <dcterms:modified xsi:type="dcterms:W3CDTF">2026-01-05T03:03:51Z</dcterms:modified>
</cp:coreProperties>
</file>