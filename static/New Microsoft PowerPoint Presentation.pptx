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31A1D5-0419-49E3-B647-26AA6663F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80CF65F-94F7-F090-256B-16A966666B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72AC22-C6F4-DAA8-A078-333E511E1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E9E351-0A34-A358-8026-DA772FCA7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E02F0B-83C2-60E6-023C-39BA4CA5E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293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DC20B5-4177-E0E3-AC80-1E89F9766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B4086D2-FB1C-D0BA-C919-11AD8BBFD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7EEE59-09F0-92A3-9BD4-4016A5AD0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A944DE-BAF2-C2D0-5376-91C1D83BA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242CD7-3F0B-F588-4B16-B6FDA8ABB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431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9665EB-B36D-5A57-AE72-7DB78CE7C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02C28C7-0F2E-9087-96DB-F5228F6AC4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EA30B7-0C61-AC3A-79A7-92239C8A9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AC99F7-86D6-A605-DB75-E2974E4CE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16B08E1-146B-AD75-7885-FCC5C17E4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443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8AE14F-B3ED-BC06-2C5E-377734F81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B9DE530-E8BE-51D8-5398-B069329660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EEAC9E1-7BF5-011E-1BC9-DD8398F9C9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4ABAD4-7321-17EF-2AE6-D3A59E8ED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F43B46B-242A-A7BD-C093-59A7B8ED5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70C4AC-C591-7107-F302-20EF56DF3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900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9AA6EC-1202-231A-4D04-FE39F4E46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1937A8-AE09-78B7-544B-73D268CBB5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A8EC63E-F47F-8783-63A9-D56EFF54AD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CF1D775-01A5-288F-7932-D4029D230D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2AAF081-2549-7A80-824D-39A304BBA5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4EE88BF-5CE4-E7A2-049D-30AA264BA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70359EF-A497-FA7B-2989-96C928018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E01581A-A00E-E594-73CC-3702A39C5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628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271EBF-B3F3-1754-A0F6-667555F79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A0239F6-24F8-902E-BC4E-20624D40B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C2F427F-9683-DF4C-A25A-8E56A7DE7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DD899DC-F709-5E0F-5CAF-F2BDFBE98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32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ED6DEA0-A7C7-0CBD-3246-57C1975DF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3E1BB29-0774-B428-E94E-A4ECE52A7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BBD8B19-F3B4-77B1-0140-3FEB94225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763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D56481-11D0-63FF-0941-58F9B1FA6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9265ED9-A57B-88C4-847B-20DF339F43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5839BFA-EFF1-F858-3254-82F00C7E8E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7D468F-8A39-7668-254E-1D606BBCF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C00CCC-D820-486C-588F-46B0BF5FE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2C31C8C-22B5-017D-6C94-C3837B3A5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3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8DC254-1B7E-FF70-49AC-9108FB79B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CDB995B-56E9-30D2-8299-57D045B0CB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11A2D47-F7E0-CFE4-6462-D6A9CBE0D8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910EDC8-F151-0BAA-595C-30C349ADC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7300B8-C2BA-325E-D31B-742A093AB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1FAE2DE-4C23-786A-6D7C-F8C218A1F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4742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5752AD-F5E5-11E1-A548-BD5E6CFF4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162E5D9-67D7-4F2F-12D0-E4B1E866FD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9AA385-0C36-94B6-AFC4-4EA173B38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8D7BBFE-CC34-2073-1D7E-6B194AE82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B98129-EAA9-3687-56EB-2FB853DAB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2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206D03F-471F-D7E2-E4E0-F2F19FC819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BF6F27D-2FA1-796D-4AB5-074E43C954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B6EC42-E4C6-A2B4-399B-28899C4E4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D3CDBF2-229D-5B71-E45C-AA8CD159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B41D366-C1A2-8F17-1126-C3BF1D089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971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ADA085E-E83D-C9E9-6505-5483968F9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8275D7A-40A7-0120-6545-B3E3BB861D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82C2CA1-C299-F85C-CFD8-2AFDC1E2DD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8C99C1-FF34-4EE2-AFAB-AF774F0F0F77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B1B9EB7-DCD8-1CCC-8A08-986236D1C7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2BBE603-623E-CB95-7DDA-94040F720B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289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图示&#10;&#10;AI 生成的内容可能不正确。">
            <a:extLst>
              <a:ext uri="{FF2B5EF4-FFF2-40B4-BE49-F238E27FC236}">
                <a16:creationId xmlns:a16="http://schemas.microsoft.com/office/drawing/2014/main" id="{41105738-0270-9FA6-B7C6-DA8132AFA7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6466" y="1112163"/>
            <a:ext cx="4549534" cy="3817951"/>
          </a:xfrm>
          <a:prstGeom prst="rect">
            <a:avLst/>
          </a:prstGeom>
        </p:spPr>
      </p:pic>
      <p:pic>
        <p:nvPicPr>
          <p:cNvPr id="7" name="图片 6" descr="图示&#10;&#10;AI 生成的内容可能不正确。">
            <a:extLst>
              <a:ext uri="{FF2B5EF4-FFF2-40B4-BE49-F238E27FC236}">
                <a16:creationId xmlns:a16="http://schemas.microsoft.com/office/drawing/2014/main" id="{B5996CB0-B044-5ECC-B17A-DE9014131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824" y="1123593"/>
            <a:ext cx="3551228" cy="3795089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4085867C-3BD3-93D8-46C8-9B2285D5C789}"/>
              </a:ext>
            </a:extLst>
          </p:cNvPr>
          <p:cNvSpPr txBox="1"/>
          <p:nvPr/>
        </p:nvSpPr>
        <p:spPr>
          <a:xfrm>
            <a:off x="3344297" y="4930114"/>
            <a:ext cx="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en-US" altLang="zh-CN" dirty="0"/>
              <a:t>layers</a:t>
            </a:r>
            <a:endParaRPr 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D9C75F-C8E1-60E7-7665-DFA4DEEA0223}"/>
              </a:ext>
            </a:extLst>
          </p:cNvPr>
          <p:cNvSpPr txBox="1"/>
          <p:nvPr/>
        </p:nvSpPr>
        <p:spPr>
          <a:xfrm>
            <a:off x="7522688" y="4918682"/>
            <a:ext cx="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 </a:t>
            </a:r>
            <a:r>
              <a:rPr lang="en-US" altLang="zh-CN" dirty="0"/>
              <a:t>layers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241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箭头: 右 5">
            <a:extLst>
              <a:ext uri="{FF2B5EF4-FFF2-40B4-BE49-F238E27FC236}">
                <a16:creationId xmlns:a16="http://schemas.microsoft.com/office/drawing/2014/main" id="{D65650E3-2610-1F86-72D8-3E67C3844501}"/>
              </a:ext>
            </a:extLst>
          </p:cNvPr>
          <p:cNvSpPr/>
          <p:nvPr/>
        </p:nvSpPr>
        <p:spPr>
          <a:xfrm>
            <a:off x="80038" y="4025991"/>
            <a:ext cx="6025830" cy="5262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ABF05BD1-0DA7-BDC3-1CDA-A4514C7BF631}"/>
              </a:ext>
            </a:extLst>
          </p:cNvPr>
          <p:cNvSpPr/>
          <p:nvPr/>
        </p:nvSpPr>
        <p:spPr>
          <a:xfrm>
            <a:off x="6166170" y="4025990"/>
            <a:ext cx="6025830" cy="5262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C19FE1F-D73F-25EC-EB9D-010E033A6AE6}"/>
              </a:ext>
            </a:extLst>
          </p:cNvPr>
          <p:cNvSpPr txBox="1"/>
          <p:nvPr/>
        </p:nvSpPr>
        <p:spPr>
          <a:xfrm>
            <a:off x="2461425" y="4104460"/>
            <a:ext cx="103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Output1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1900913-9E7F-D43A-7C1A-F654B0F8529D}"/>
              </a:ext>
            </a:extLst>
          </p:cNvPr>
          <p:cNvSpPr txBox="1"/>
          <p:nvPr/>
        </p:nvSpPr>
        <p:spPr>
          <a:xfrm>
            <a:off x="8592510" y="4104460"/>
            <a:ext cx="1018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Output2</a:t>
            </a:r>
          </a:p>
        </p:txBody>
      </p:sp>
      <p:sp>
        <p:nvSpPr>
          <p:cNvPr id="10" name="左大括号 9">
            <a:extLst>
              <a:ext uri="{FF2B5EF4-FFF2-40B4-BE49-F238E27FC236}">
                <a16:creationId xmlns:a16="http://schemas.microsoft.com/office/drawing/2014/main" id="{6F9D4337-53D3-59D9-B795-9071378CE368}"/>
              </a:ext>
            </a:extLst>
          </p:cNvPr>
          <p:cNvSpPr/>
          <p:nvPr/>
        </p:nvSpPr>
        <p:spPr>
          <a:xfrm rot="5400000">
            <a:off x="2976185" y="896304"/>
            <a:ext cx="243405" cy="6015963"/>
          </a:xfrm>
          <a:prstGeom prst="leftBrace">
            <a:avLst>
              <a:gd name="adj1" fmla="val 48873"/>
              <a:gd name="adj2" fmla="val 50109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4C30AA-20BF-E510-C1AB-0D50D3D87514}"/>
              </a:ext>
            </a:extLst>
          </p:cNvPr>
          <p:cNvSpPr txBox="1"/>
          <p:nvPr/>
        </p:nvSpPr>
        <p:spPr>
          <a:xfrm>
            <a:off x="2049178" y="3354214"/>
            <a:ext cx="2097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output_interval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EBA83C91-A2B5-3252-1DB1-B41F46E62B7F}"/>
              </a:ext>
            </a:extLst>
          </p:cNvPr>
          <p:cNvCxnSpPr>
            <a:cxnSpLocks/>
          </p:cNvCxnSpPr>
          <p:nvPr/>
        </p:nvCxnSpPr>
        <p:spPr>
          <a:xfrm>
            <a:off x="80038" y="4727887"/>
            <a:ext cx="30381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0BE15B0-DD14-58EE-BDA6-673DED2E9F82}"/>
              </a:ext>
            </a:extLst>
          </p:cNvPr>
          <p:cNvCxnSpPr>
            <a:cxnSpLocks/>
          </p:cNvCxnSpPr>
          <p:nvPr/>
        </p:nvCxnSpPr>
        <p:spPr>
          <a:xfrm>
            <a:off x="3128038" y="4727887"/>
            <a:ext cx="29778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C03FB45-9184-6C1A-F38A-C7248C9F3F5C}"/>
                  </a:ext>
                </a:extLst>
              </p:cNvPr>
              <p:cNvSpPr txBox="1"/>
              <p:nvPr/>
            </p:nvSpPr>
            <p:spPr>
              <a:xfrm>
                <a:off x="1280600" y="4716548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C03FB45-9184-6C1A-F38A-C7248C9F3F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0600" y="4716548"/>
                <a:ext cx="637008" cy="369332"/>
              </a:xfrm>
              <a:prstGeom prst="rect">
                <a:avLst/>
              </a:prstGeom>
              <a:blipFill>
                <a:blip r:embed="rId2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F36B7FD2-7387-360A-B0EA-55ED01075C83}"/>
                  </a:ext>
                </a:extLst>
              </p:cNvPr>
              <p:cNvSpPr txBox="1"/>
              <p:nvPr/>
            </p:nvSpPr>
            <p:spPr>
              <a:xfrm>
                <a:off x="4136729" y="4684599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F36B7FD2-7387-360A-B0EA-55ED01075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729" y="4684599"/>
                <a:ext cx="637008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B11F5CA7-0330-3E1E-F09A-81FD647E7880}"/>
              </a:ext>
            </a:extLst>
          </p:cNvPr>
          <p:cNvCxnSpPr>
            <a:cxnSpLocks/>
          </p:cNvCxnSpPr>
          <p:nvPr/>
        </p:nvCxnSpPr>
        <p:spPr>
          <a:xfrm>
            <a:off x="89906" y="5257448"/>
            <a:ext cx="1517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1519968A-0193-1404-4F55-F238BBD0FAD6}"/>
              </a:ext>
            </a:extLst>
          </p:cNvPr>
          <p:cNvCxnSpPr>
            <a:cxnSpLocks/>
          </p:cNvCxnSpPr>
          <p:nvPr/>
        </p:nvCxnSpPr>
        <p:spPr>
          <a:xfrm>
            <a:off x="1610134" y="5257448"/>
            <a:ext cx="1517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444E4F9A-031C-C6FC-22AC-905FDAFAEFA4}"/>
              </a:ext>
            </a:extLst>
          </p:cNvPr>
          <p:cNvCxnSpPr>
            <a:cxnSpLocks/>
          </p:cNvCxnSpPr>
          <p:nvPr/>
        </p:nvCxnSpPr>
        <p:spPr>
          <a:xfrm>
            <a:off x="3128038" y="5257448"/>
            <a:ext cx="1517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8EB19ACA-38C3-01A0-F0B5-22055C250AAC}"/>
              </a:ext>
            </a:extLst>
          </p:cNvPr>
          <p:cNvCxnSpPr>
            <a:cxnSpLocks/>
          </p:cNvCxnSpPr>
          <p:nvPr/>
        </p:nvCxnSpPr>
        <p:spPr>
          <a:xfrm>
            <a:off x="4648266" y="5257448"/>
            <a:ext cx="1457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7F085E00-C10B-9CAB-A848-C040F55E7CDA}"/>
                  </a:ext>
                </a:extLst>
              </p:cNvPr>
              <p:cNvSpPr txBox="1"/>
              <p:nvPr/>
            </p:nvSpPr>
            <p:spPr>
              <a:xfrm>
                <a:off x="530354" y="5250164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7F085E00-C10B-9CAB-A848-C040F55E7C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354" y="5250164"/>
                <a:ext cx="63700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7B91C95C-9382-AC31-F44B-9DE72D00BEE3}"/>
                  </a:ext>
                </a:extLst>
              </p:cNvPr>
              <p:cNvSpPr txBox="1"/>
              <p:nvPr/>
            </p:nvSpPr>
            <p:spPr>
              <a:xfrm>
                <a:off x="1991859" y="5250164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7B91C95C-9382-AC31-F44B-9DE72D00BE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1859" y="5250164"/>
                <a:ext cx="63700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893D4E94-DF9F-52A8-8A55-34692D40AE19}"/>
                  </a:ext>
                </a:extLst>
              </p:cNvPr>
              <p:cNvSpPr txBox="1"/>
              <p:nvPr/>
            </p:nvSpPr>
            <p:spPr>
              <a:xfrm>
                <a:off x="3568486" y="5250164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893D4E94-DF9F-52A8-8A55-34692D40AE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8486" y="5250164"/>
                <a:ext cx="63700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B23B7AF9-9AB6-81A3-9A4D-D4F45627B3AD}"/>
                  </a:ext>
                </a:extLst>
              </p:cNvPr>
              <p:cNvSpPr txBox="1"/>
              <p:nvPr/>
            </p:nvSpPr>
            <p:spPr>
              <a:xfrm>
                <a:off x="4957629" y="5250164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B23B7AF9-9AB6-81A3-9A4D-D4F45627B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7629" y="5250164"/>
                <a:ext cx="63700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D1A4C65D-DE23-6B57-B3AB-9907A70AEA3C}"/>
              </a:ext>
            </a:extLst>
          </p:cNvPr>
          <p:cNvCxnSpPr>
            <a:cxnSpLocks/>
          </p:cNvCxnSpPr>
          <p:nvPr/>
        </p:nvCxnSpPr>
        <p:spPr>
          <a:xfrm>
            <a:off x="6137181" y="4735171"/>
            <a:ext cx="30381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5EF309A1-9E7F-5DE9-6C2F-CF94AC3639FA}"/>
              </a:ext>
            </a:extLst>
          </p:cNvPr>
          <p:cNvCxnSpPr>
            <a:cxnSpLocks/>
          </p:cNvCxnSpPr>
          <p:nvPr/>
        </p:nvCxnSpPr>
        <p:spPr>
          <a:xfrm>
            <a:off x="9185181" y="4735171"/>
            <a:ext cx="29778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1D71D4EB-0428-D3B7-DEB3-87E66528253E}"/>
                  </a:ext>
                </a:extLst>
              </p:cNvPr>
              <p:cNvSpPr txBox="1"/>
              <p:nvPr/>
            </p:nvSpPr>
            <p:spPr>
              <a:xfrm>
                <a:off x="7337743" y="4723832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1D71D4EB-0428-D3B7-DEB3-87E6652825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7743" y="4723832"/>
                <a:ext cx="637008" cy="369332"/>
              </a:xfrm>
              <a:prstGeom prst="rect">
                <a:avLst/>
              </a:prstGeom>
              <a:blipFill>
                <a:blip r:embed="rId8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34D16889-370C-54A6-E08D-2C53D306FCEE}"/>
                  </a:ext>
                </a:extLst>
              </p:cNvPr>
              <p:cNvSpPr txBox="1"/>
              <p:nvPr/>
            </p:nvSpPr>
            <p:spPr>
              <a:xfrm>
                <a:off x="10193872" y="4691883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34D16889-370C-54A6-E08D-2C53D306FC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3872" y="4691883"/>
                <a:ext cx="637008" cy="369332"/>
              </a:xfrm>
              <a:prstGeom prst="rect">
                <a:avLst/>
              </a:prstGeom>
              <a:blipFill>
                <a:blip r:embed="rId9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6C7C20EB-96D4-8859-AAB2-C5B41DA7287A}"/>
              </a:ext>
            </a:extLst>
          </p:cNvPr>
          <p:cNvCxnSpPr>
            <a:cxnSpLocks/>
          </p:cNvCxnSpPr>
          <p:nvPr/>
        </p:nvCxnSpPr>
        <p:spPr>
          <a:xfrm>
            <a:off x="6147049" y="5264732"/>
            <a:ext cx="1517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943A5F5F-C5AC-F072-613A-3F2BE3D12C22}"/>
              </a:ext>
            </a:extLst>
          </p:cNvPr>
          <p:cNvCxnSpPr>
            <a:cxnSpLocks/>
          </p:cNvCxnSpPr>
          <p:nvPr/>
        </p:nvCxnSpPr>
        <p:spPr>
          <a:xfrm>
            <a:off x="7667277" y="5264732"/>
            <a:ext cx="1517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D155BCF8-456C-CA01-5F87-7D8A3192CA87}"/>
              </a:ext>
            </a:extLst>
          </p:cNvPr>
          <p:cNvCxnSpPr>
            <a:cxnSpLocks/>
          </p:cNvCxnSpPr>
          <p:nvPr/>
        </p:nvCxnSpPr>
        <p:spPr>
          <a:xfrm>
            <a:off x="9185181" y="5264732"/>
            <a:ext cx="1517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89F8C705-B35D-3F5B-CE6D-B44541F56046}"/>
              </a:ext>
            </a:extLst>
          </p:cNvPr>
          <p:cNvCxnSpPr>
            <a:cxnSpLocks/>
          </p:cNvCxnSpPr>
          <p:nvPr/>
        </p:nvCxnSpPr>
        <p:spPr>
          <a:xfrm>
            <a:off x="10705409" y="5264732"/>
            <a:ext cx="1457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A9D5A5E6-DE4B-7645-EE3D-50FE40D8661D}"/>
                  </a:ext>
                </a:extLst>
              </p:cNvPr>
              <p:cNvSpPr txBox="1"/>
              <p:nvPr/>
            </p:nvSpPr>
            <p:spPr>
              <a:xfrm>
                <a:off x="6587497" y="5257448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A9D5A5E6-DE4B-7645-EE3D-50FE40D86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7497" y="5257448"/>
                <a:ext cx="637008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23CEE134-AAE8-C7FD-7CD0-6A9808637405}"/>
                  </a:ext>
                </a:extLst>
              </p:cNvPr>
              <p:cNvSpPr txBox="1"/>
              <p:nvPr/>
            </p:nvSpPr>
            <p:spPr>
              <a:xfrm>
                <a:off x="8049002" y="5257448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23CEE134-AAE8-C7FD-7CD0-6A9808637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9002" y="5257448"/>
                <a:ext cx="637008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3338CB94-FBD6-5DDD-8131-83DE665C6474}"/>
                  </a:ext>
                </a:extLst>
              </p:cNvPr>
              <p:cNvSpPr txBox="1"/>
              <p:nvPr/>
            </p:nvSpPr>
            <p:spPr>
              <a:xfrm>
                <a:off x="9625629" y="5257448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3338CB94-FBD6-5DDD-8131-83DE665C6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5629" y="5257448"/>
                <a:ext cx="63700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D53971F6-774C-8FE8-F050-E9F54F0BE3BE}"/>
                  </a:ext>
                </a:extLst>
              </p:cNvPr>
              <p:cNvSpPr txBox="1"/>
              <p:nvPr/>
            </p:nvSpPr>
            <p:spPr>
              <a:xfrm>
                <a:off x="11014772" y="5257448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D53971F6-774C-8FE8-F050-E9F54F0BE3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4772" y="5257448"/>
                <a:ext cx="637008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左大括号 45">
            <a:extLst>
              <a:ext uri="{FF2B5EF4-FFF2-40B4-BE49-F238E27FC236}">
                <a16:creationId xmlns:a16="http://schemas.microsoft.com/office/drawing/2014/main" id="{AF77E322-BB34-38EC-5733-555AC97957CF}"/>
              </a:ext>
            </a:extLst>
          </p:cNvPr>
          <p:cNvSpPr/>
          <p:nvPr/>
        </p:nvSpPr>
        <p:spPr>
          <a:xfrm rot="5400000">
            <a:off x="9062316" y="892138"/>
            <a:ext cx="243405" cy="6015963"/>
          </a:xfrm>
          <a:prstGeom prst="leftBrace">
            <a:avLst>
              <a:gd name="adj1" fmla="val 48873"/>
              <a:gd name="adj2" fmla="val 50109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22FAD0F-4421-9231-947A-C5877AD414D7}"/>
              </a:ext>
            </a:extLst>
          </p:cNvPr>
          <p:cNvSpPr txBox="1"/>
          <p:nvPr/>
        </p:nvSpPr>
        <p:spPr>
          <a:xfrm>
            <a:off x="8135309" y="3350048"/>
            <a:ext cx="2097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output_interval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8084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CDEEBF7-FF76-7AFB-7860-AE9AB6427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328" y="3510874"/>
            <a:ext cx="9192908" cy="29817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64A84C4-CAA1-0CE3-4FC5-0CA0997D3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0275" y="776817"/>
            <a:ext cx="9211961" cy="273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2828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9DB35F-7695-4ADA-93C5-A862C0658C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33" y="3078406"/>
            <a:ext cx="11698333" cy="25816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F7B59AF-8BC3-8140-58C1-29516204F5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04"/>
          <a:stretch/>
        </p:blipFill>
        <p:spPr>
          <a:xfrm>
            <a:off x="246833" y="553895"/>
            <a:ext cx="11630684" cy="25452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1B3FA9-97B8-B9D5-90CE-EF31E07340C8}"/>
              </a:ext>
            </a:extLst>
          </p:cNvPr>
          <p:cNvSpPr txBox="1"/>
          <p:nvPr/>
        </p:nvSpPr>
        <p:spPr>
          <a:xfrm>
            <a:off x="3458424" y="144855"/>
            <a:ext cx="5758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emitter_buffer_inflow_condition.exec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zh-CN" altLang="en-US" dirty="0"/>
              <a:t>在最后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79BD1-18A1-82A2-D978-70AADD92C103}"/>
              </a:ext>
            </a:extLst>
          </p:cNvPr>
          <p:cNvSpPr txBox="1"/>
          <p:nvPr/>
        </p:nvSpPr>
        <p:spPr>
          <a:xfrm>
            <a:off x="3458424" y="5660041"/>
            <a:ext cx="5758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emitter_buffer_inflow_condition.exec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zh-CN" altLang="en-US" dirty="0"/>
              <a:t>在中间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002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62</Words>
  <Application>Microsoft Office PowerPoint</Application>
  <PresentationFormat>Widescreen</PresentationFormat>
  <Paragraphs>20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Consolas</vt:lpstr>
      <vt:lpstr>Office 主题​​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Jasmine Feng</dc:creator>
  <cp:lastModifiedBy>Jasmine Feng</cp:lastModifiedBy>
  <cp:revision>7</cp:revision>
  <dcterms:created xsi:type="dcterms:W3CDTF">2025-12-13T05:43:15Z</dcterms:created>
  <dcterms:modified xsi:type="dcterms:W3CDTF">2025-12-28T14:29:24Z</dcterms:modified>
</cp:coreProperties>
</file>